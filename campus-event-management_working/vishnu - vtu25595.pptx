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5583" y="732155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5" y="720202"/>
                </a:lnTo>
                <a:lnTo>
                  <a:pt x="75540" y="759483"/>
                </a:lnTo>
                <a:lnTo>
                  <a:pt x="101120" y="796439"/>
                </a:lnTo>
                <a:lnTo>
                  <a:pt x="129857" y="830861"/>
                </a:lnTo>
                <a:lnTo>
                  <a:pt x="161543" y="862543"/>
                </a:lnTo>
                <a:lnTo>
                  <a:pt x="195970" y="891276"/>
                </a:lnTo>
                <a:lnTo>
                  <a:pt x="232930" y="916852"/>
                </a:lnTo>
                <a:lnTo>
                  <a:pt x="272216" y="939063"/>
                </a:lnTo>
                <a:lnTo>
                  <a:pt x="313618" y="957702"/>
                </a:lnTo>
                <a:lnTo>
                  <a:pt x="356929" y="972561"/>
                </a:lnTo>
                <a:lnTo>
                  <a:pt x="401942" y="983432"/>
                </a:lnTo>
                <a:lnTo>
                  <a:pt x="448448" y="990106"/>
                </a:lnTo>
                <a:lnTo>
                  <a:pt x="496239" y="992377"/>
                </a:lnTo>
                <a:lnTo>
                  <a:pt x="544023" y="990106"/>
                </a:lnTo>
                <a:lnTo>
                  <a:pt x="590524" y="983432"/>
                </a:lnTo>
                <a:lnTo>
                  <a:pt x="635533" y="972561"/>
                </a:lnTo>
                <a:lnTo>
                  <a:pt x="678843" y="957702"/>
                </a:lnTo>
                <a:lnTo>
                  <a:pt x="720246" y="939063"/>
                </a:lnTo>
                <a:lnTo>
                  <a:pt x="759533" y="916852"/>
                </a:lnTo>
                <a:lnTo>
                  <a:pt x="796496" y="891276"/>
                </a:lnTo>
                <a:lnTo>
                  <a:pt x="830927" y="862543"/>
                </a:lnTo>
                <a:lnTo>
                  <a:pt x="862617" y="830861"/>
                </a:lnTo>
                <a:lnTo>
                  <a:pt x="891359" y="796439"/>
                </a:lnTo>
                <a:lnTo>
                  <a:pt x="916944" y="759483"/>
                </a:lnTo>
                <a:lnTo>
                  <a:pt x="939165" y="720202"/>
                </a:lnTo>
                <a:lnTo>
                  <a:pt x="957812" y="678803"/>
                </a:lnTo>
                <a:lnTo>
                  <a:pt x="972678" y="635494"/>
                </a:lnTo>
                <a:lnTo>
                  <a:pt x="983554" y="590484"/>
                </a:lnTo>
                <a:lnTo>
                  <a:pt x="990232" y="543979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792983" y="2548889"/>
            <a:ext cx="5525134" cy="5391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786351" y="1367964"/>
            <a:ext cx="1501775" cy="7551420"/>
          </a:xfrm>
          <a:custGeom>
            <a:avLst/>
            <a:gdLst/>
            <a:ahLst/>
            <a:cxnLst/>
            <a:rect l="l" t="t" r="r" b="b"/>
            <a:pathLst>
              <a:path w="1501775" h="7551420">
                <a:moveTo>
                  <a:pt x="1501648" y="0"/>
                </a:moveTo>
                <a:lnTo>
                  <a:pt x="1454587" y="50344"/>
                </a:lnTo>
                <a:lnTo>
                  <a:pt x="1424282" y="83484"/>
                </a:lnTo>
                <a:lnTo>
                  <a:pt x="1394244" y="116871"/>
                </a:lnTo>
                <a:lnTo>
                  <a:pt x="1364476" y="150505"/>
                </a:lnTo>
                <a:lnTo>
                  <a:pt x="1334980" y="184382"/>
                </a:lnTo>
                <a:lnTo>
                  <a:pt x="1305756" y="218502"/>
                </a:lnTo>
                <a:lnTo>
                  <a:pt x="1276807" y="252863"/>
                </a:lnTo>
                <a:lnTo>
                  <a:pt x="1248135" y="287462"/>
                </a:lnTo>
                <a:lnTo>
                  <a:pt x="1219741" y="322299"/>
                </a:lnTo>
                <a:lnTo>
                  <a:pt x="1191626" y="357371"/>
                </a:lnTo>
                <a:lnTo>
                  <a:pt x="1163793" y="392678"/>
                </a:lnTo>
                <a:lnTo>
                  <a:pt x="1136244" y="428216"/>
                </a:lnTo>
                <a:lnTo>
                  <a:pt x="1108979" y="463985"/>
                </a:lnTo>
                <a:lnTo>
                  <a:pt x="1082001" y="499982"/>
                </a:lnTo>
                <a:lnTo>
                  <a:pt x="1055312" y="536207"/>
                </a:lnTo>
                <a:lnTo>
                  <a:pt x="1028912" y="572657"/>
                </a:lnTo>
                <a:lnTo>
                  <a:pt x="1002804" y="609330"/>
                </a:lnTo>
                <a:lnTo>
                  <a:pt x="976990" y="646226"/>
                </a:lnTo>
                <a:lnTo>
                  <a:pt x="951471" y="683342"/>
                </a:lnTo>
                <a:lnTo>
                  <a:pt x="926248" y="720676"/>
                </a:lnTo>
                <a:lnTo>
                  <a:pt x="901325" y="758227"/>
                </a:lnTo>
                <a:lnTo>
                  <a:pt x="876701" y="795993"/>
                </a:lnTo>
                <a:lnTo>
                  <a:pt x="852380" y="833973"/>
                </a:lnTo>
                <a:lnTo>
                  <a:pt x="828362" y="872164"/>
                </a:lnTo>
                <a:lnTo>
                  <a:pt x="804649" y="910565"/>
                </a:lnTo>
                <a:lnTo>
                  <a:pt x="781244" y="949175"/>
                </a:lnTo>
                <a:lnTo>
                  <a:pt x="758148" y="987991"/>
                </a:lnTo>
                <a:lnTo>
                  <a:pt x="735362" y="1027013"/>
                </a:lnTo>
                <a:lnTo>
                  <a:pt x="712888" y="1066237"/>
                </a:lnTo>
                <a:lnTo>
                  <a:pt x="690728" y="1105663"/>
                </a:lnTo>
                <a:lnTo>
                  <a:pt x="668884" y="1145288"/>
                </a:lnTo>
                <a:lnTo>
                  <a:pt x="647357" y="1185112"/>
                </a:lnTo>
                <a:lnTo>
                  <a:pt x="626149" y="1225132"/>
                </a:lnTo>
                <a:lnTo>
                  <a:pt x="605262" y="1265347"/>
                </a:lnTo>
                <a:lnTo>
                  <a:pt x="584697" y="1305755"/>
                </a:lnTo>
                <a:lnTo>
                  <a:pt x="564456" y="1346354"/>
                </a:lnTo>
                <a:lnTo>
                  <a:pt x="544541" y="1387143"/>
                </a:lnTo>
                <a:lnTo>
                  <a:pt x="524954" y="1428119"/>
                </a:lnTo>
                <a:lnTo>
                  <a:pt x="505696" y="1469282"/>
                </a:lnTo>
                <a:lnTo>
                  <a:pt x="486769" y="1510629"/>
                </a:lnTo>
                <a:lnTo>
                  <a:pt x="468174" y="1552159"/>
                </a:lnTo>
                <a:lnTo>
                  <a:pt x="449914" y="1593870"/>
                </a:lnTo>
                <a:lnTo>
                  <a:pt x="431990" y="1635760"/>
                </a:lnTo>
                <a:lnTo>
                  <a:pt x="414404" y="1677828"/>
                </a:lnTo>
                <a:lnTo>
                  <a:pt x="397157" y="1720072"/>
                </a:lnTo>
                <a:lnTo>
                  <a:pt x="380251" y="1762490"/>
                </a:lnTo>
                <a:lnTo>
                  <a:pt x="363688" y="1805081"/>
                </a:lnTo>
                <a:lnTo>
                  <a:pt x="347470" y="1847842"/>
                </a:lnTo>
                <a:lnTo>
                  <a:pt x="331598" y="1890773"/>
                </a:lnTo>
                <a:lnTo>
                  <a:pt x="316074" y="1933871"/>
                </a:lnTo>
                <a:lnTo>
                  <a:pt x="300899" y="1977135"/>
                </a:lnTo>
                <a:lnTo>
                  <a:pt x="286076" y="2020563"/>
                </a:lnTo>
                <a:lnTo>
                  <a:pt x="271606" y="2064153"/>
                </a:lnTo>
                <a:lnTo>
                  <a:pt x="257491" y="2107904"/>
                </a:lnTo>
                <a:lnTo>
                  <a:pt x="243732" y="2151813"/>
                </a:lnTo>
                <a:lnTo>
                  <a:pt x="230332" y="2195880"/>
                </a:lnTo>
                <a:lnTo>
                  <a:pt x="217291" y="2240103"/>
                </a:lnTo>
                <a:lnTo>
                  <a:pt x="204612" y="2284479"/>
                </a:lnTo>
                <a:lnTo>
                  <a:pt x="192297" y="2329007"/>
                </a:lnTo>
                <a:lnTo>
                  <a:pt x="180346" y="2373686"/>
                </a:lnTo>
                <a:lnTo>
                  <a:pt x="168762" y="2418513"/>
                </a:lnTo>
                <a:lnTo>
                  <a:pt x="157546" y="2463488"/>
                </a:lnTo>
                <a:lnTo>
                  <a:pt x="146701" y="2508607"/>
                </a:lnTo>
                <a:lnTo>
                  <a:pt x="136227" y="2553871"/>
                </a:lnTo>
                <a:lnTo>
                  <a:pt x="126127" y="2599276"/>
                </a:lnTo>
                <a:lnTo>
                  <a:pt x="116402" y="2644821"/>
                </a:lnTo>
                <a:lnTo>
                  <a:pt x="107054" y="2690505"/>
                </a:lnTo>
                <a:lnTo>
                  <a:pt x="98085" y="2736326"/>
                </a:lnTo>
                <a:lnTo>
                  <a:pt x="89496" y="2782281"/>
                </a:lnTo>
                <a:lnTo>
                  <a:pt x="81289" y="2828370"/>
                </a:lnTo>
                <a:lnTo>
                  <a:pt x="73466" y="2874591"/>
                </a:lnTo>
                <a:lnTo>
                  <a:pt x="66028" y="2920942"/>
                </a:lnTo>
                <a:lnTo>
                  <a:pt x="58977" y="2967421"/>
                </a:lnTo>
                <a:lnTo>
                  <a:pt x="52315" y="3014026"/>
                </a:lnTo>
                <a:lnTo>
                  <a:pt x="46044" y="3060756"/>
                </a:lnTo>
                <a:lnTo>
                  <a:pt x="40165" y="3107610"/>
                </a:lnTo>
                <a:lnTo>
                  <a:pt x="34680" y="3154585"/>
                </a:lnTo>
                <a:lnTo>
                  <a:pt x="29591" y="3201680"/>
                </a:lnTo>
                <a:lnTo>
                  <a:pt x="24899" y="3248892"/>
                </a:lnTo>
                <a:lnTo>
                  <a:pt x="20606" y="3296221"/>
                </a:lnTo>
                <a:lnTo>
                  <a:pt x="16714" y="3343665"/>
                </a:lnTo>
                <a:lnTo>
                  <a:pt x="13224" y="3391222"/>
                </a:lnTo>
                <a:lnTo>
                  <a:pt x="10138" y="3438889"/>
                </a:lnTo>
                <a:lnTo>
                  <a:pt x="7459" y="3486667"/>
                </a:lnTo>
                <a:lnTo>
                  <a:pt x="5187" y="3534552"/>
                </a:lnTo>
                <a:lnTo>
                  <a:pt x="3324" y="3582543"/>
                </a:lnTo>
                <a:lnTo>
                  <a:pt x="1872" y="3630639"/>
                </a:lnTo>
                <a:lnTo>
                  <a:pt x="833" y="3678837"/>
                </a:lnTo>
                <a:lnTo>
                  <a:pt x="208" y="3727137"/>
                </a:lnTo>
                <a:lnTo>
                  <a:pt x="0" y="3775535"/>
                </a:lnTo>
                <a:lnTo>
                  <a:pt x="208" y="3823934"/>
                </a:lnTo>
                <a:lnTo>
                  <a:pt x="833" y="3872233"/>
                </a:lnTo>
                <a:lnTo>
                  <a:pt x="1872" y="3920432"/>
                </a:lnTo>
                <a:lnTo>
                  <a:pt x="3324" y="3968528"/>
                </a:lnTo>
                <a:lnTo>
                  <a:pt x="5187" y="4016519"/>
                </a:lnTo>
                <a:lnTo>
                  <a:pt x="7459" y="4064404"/>
                </a:lnTo>
                <a:lnTo>
                  <a:pt x="10138" y="4112181"/>
                </a:lnTo>
                <a:lnTo>
                  <a:pt x="13224" y="4159849"/>
                </a:lnTo>
                <a:lnTo>
                  <a:pt x="16714" y="4207406"/>
                </a:lnTo>
                <a:lnTo>
                  <a:pt x="20606" y="4254850"/>
                </a:lnTo>
                <a:lnTo>
                  <a:pt x="24899" y="4302179"/>
                </a:lnTo>
                <a:lnTo>
                  <a:pt x="29591" y="4349391"/>
                </a:lnTo>
                <a:lnTo>
                  <a:pt x="34680" y="4396486"/>
                </a:lnTo>
                <a:lnTo>
                  <a:pt x="40165" y="4443461"/>
                </a:lnTo>
                <a:lnTo>
                  <a:pt x="46044" y="4490315"/>
                </a:lnTo>
                <a:lnTo>
                  <a:pt x="52315" y="4537045"/>
                </a:lnTo>
                <a:lnTo>
                  <a:pt x="58977" y="4583650"/>
                </a:lnTo>
                <a:lnTo>
                  <a:pt x="66028" y="4630129"/>
                </a:lnTo>
                <a:lnTo>
                  <a:pt x="73466" y="4676480"/>
                </a:lnTo>
                <a:lnTo>
                  <a:pt x="81289" y="4722701"/>
                </a:lnTo>
                <a:lnTo>
                  <a:pt x="89496" y="4768790"/>
                </a:lnTo>
                <a:lnTo>
                  <a:pt x="98085" y="4814746"/>
                </a:lnTo>
                <a:lnTo>
                  <a:pt x="107054" y="4860566"/>
                </a:lnTo>
                <a:lnTo>
                  <a:pt x="116402" y="4906250"/>
                </a:lnTo>
                <a:lnTo>
                  <a:pt x="126127" y="4951795"/>
                </a:lnTo>
                <a:lnTo>
                  <a:pt x="136227" y="4997201"/>
                </a:lnTo>
                <a:lnTo>
                  <a:pt x="146701" y="5042464"/>
                </a:lnTo>
                <a:lnTo>
                  <a:pt x="157546" y="5087584"/>
                </a:lnTo>
                <a:lnTo>
                  <a:pt x="168762" y="5132558"/>
                </a:lnTo>
                <a:lnTo>
                  <a:pt x="180346" y="5177386"/>
                </a:lnTo>
                <a:lnTo>
                  <a:pt x="192297" y="5222065"/>
                </a:lnTo>
                <a:lnTo>
                  <a:pt x="204612" y="5266593"/>
                </a:lnTo>
                <a:lnTo>
                  <a:pt x="217291" y="5310969"/>
                </a:lnTo>
                <a:lnTo>
                  <a:pt x="230332" y="5355192"/>
                </a:lnTo>
                <a:lnTo>
                  <a:pt x="243732" y="5399259"/>
                </a:lnTo>
                <a:lnTo>
                  <a:pt x="257491" y="5443168"/>
                </a:lnTo>
                <a:lnTo>
                  <a:pt x="271606" y="5486919"/>
                </a:lnTo>
                <a:lnTo>
                  <a:pt x="286076" y="5530509"/>
                </a:lnTo>
                <a:lnTo>
                  <a:pt x="300899" y="5573937"/>
                </a:lnTo>
                <a:lnTo>
                  <a:pt x="316074" y="5617201"/>
                </a:lnTo>
                <a:lnTo>
                  <a:pt x="331598" y="5660299"/>
                </a:lnTo>
                <a:lnTo>
                  <a:pt x="347470" y="5703230"/>
                </a:lnTo>
                <a:lnTo>
                  <a:pt x="363688" y="5745992"/>
                </a:lnTo>
                <a:lnTo>
                  <a:pt x="380251" y="5788582"/>
                </a:lnTo>
                <a:lnTo>
                  <a:pt x="397157" y="5831001"/>
                </a:lnTo>
                <a:lnTo>
                  <a:pt x="414404" y="5873245"/>
                </a:lnTo>
                <a:lnTo>
                  <a:pt x="431990" y="5915313"/>
                </a:lnTo>
                <a:lnTo>
                  <a:pt x="449914" y="5957203"/>
                </a:lnTo>
                <a:lnTo>
                  <a:pt x="468174" y="5998914"/>
                </a:lnTo>
                <a:lnTo>
                  <a:pt x="486769" y="6040444"/>
                </a:lnTo>
                <a:lnTo>
                  <a:pt x="505696" y="6081791"/>
                </a:lnTo>
                <a:lnTo>
                  <a:pt x="524954" y="6122954"/>
                </a:lnTo>
                <a:lnTo>
                  <a:pt x="544541" y="6163931"/>
                </a:lnTo>
                <a:lnTo>
                  <a:pt x="564456" y="6204719"/>
                </a:lnTo>
                <a:lnTo>
                  <a:pt x="584697" y="6245318"/>
                </a:lnTo>
                <a:lnTo>
                  <a:pt x="605262" y="6285726"/>
                </a:lnTo>
                <a:lnTo>
                  <a:pt x="626149" y="6325941"/>
                </a:lnTo>
                <a:lnTo>
                  <a:pt x="647357" y="6365961"/>
                </a:lnTo>
                <a:lnTo>
                  <a:pt x="668884" y="6405785"/>
                </a:lnTo>
                <a:lnTo>
                  <a:pt x="690728" y="6445411"/>
                </a:lnTo>
                <a:lnTo>
                  <a:pt x="712888" y="6484837"/>
                </a:lnTo>
                <a:lnTo>
                  <a:pt x="735362" y="6524061"/>
                </a:lnTo>
                <a:lnTo>
                  <a:pt x="758148" y="6563083"/>
                </a:lnTo>
                <a:lnTo>
                  <a:pt x="781244" y="6601899"/>
                </a:lnTo>
                <a:lnTo>
                  <a:pt x="804649" y="6640509"/>
                </a:lnTo>
                <a:lnTo>
                  <a:pt x="828362" y="6678910"/>
                </a:lnTo>
                <a:lnTo>
                  <a:pt x="852380" y="6717102"/>
                </a:lnTo>
                <a:lnTo>
                  <a:pt x="876701" y="6755081"/>
                </a:lnTo>
                <a:lnTo>
                  <a:pt x="901325" y="6792848"/>
                </a:lnTo>
                <a:lnTo>
                  <a:pt x="926248" y="6830399"/>
                </a:lnTo>
                <a:lnTo>
                  <a:pt x="951471" y="6867733"/>
                </a:lnTo>
                <a:lnTo>
                  <a:pt x="976990" y="6904849"/>
                </a:lnTo>
                <a:lnTo>
                  <a:pt x="1002804" y="6941745"/>
                </a:lnTo>
                <a:lnTo>
                  <a:pt x="1028912" y="6978418"/>
                </a:lnTo>
                <a:lnTo>
                  <a:pt x="1055312" y="7014868"/>
                </a:lnTo>
                <a:lnTo>
                  <a:pt x="1082001" y="7051093"/>
                </a:lnTo>
                <a:lnTo>
                  <a:pt x="1108979" y="7087091"/>
                </a:lnTo>
                <a:lnTo>
                  <a:pt x="1136244" y="7122859"/>
                </a:lnTo>
                <a:lnTo>
                  <a:pt x="1163793" y="7158398"/>
                </a:lnTo>
                <a:lnTo>
                  <a:pt x="1191626" y="7193704"/>
                </a:lnTo>
                <a:lnTo>
                  <a:pt x="1219741" y="7228777"/>
                </a:lnTo>
                <a:lnTo>
                  <a:pt x="1248135" y="7263614"/>
                </a:lnTo>
                <a:lnTo>
                  <a:pt x="1276807" y="7298213"/>
                </a:lnTo>
                <a:lnTo>
                  <a:pt x="1305756" y="7332574"/>
                </a:lnTo>
                <a:lnTo>
                  <a:pt x="1334980" y="7366694"/>
                </a:lnTo>
                <a:lnTo>
                  <a:pt x="1364476" y="7400571"/>
                </a:lnTo>
                <a:lnTo>
                  <a:pt x="1394244" y="7434205"/>
                </a:lnTo>
                <a:lnTo>
                  <a:pt x="1424282" y="7467593"/>
                </a:lnTo>
                <a:lnTo>
                  <a:pt x="1454587" y="7500733"/>
                </a:lnTo>
                <a:lnTo>
                  <a:pt x="1485159" y="7533624"/>
                </a:lnTo>
                <a:lnTo>
                  <a:pt x="1501648" y="7551077"/>
                </a:lnTo>
              </a:path>
            </a:pathLst>
          </a:custGeom>
          <a:ln w="6191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02514"/>
            <a:ext cx="11106785" cy="809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794" y="1639569"/>
            <a:ext cx="14926944" cy="6122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3970" y="384543"/>
            <a:ext cx="4363738" cy="10811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38248" y="1629536"/>
            <a:ext cx="14165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spc="-55" dirty="0">
                <a:latin typeface="Cambria"/>
                <a:cs typeface="Cambria"/>
              </a:rPr>
              <a:t>Tech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Rangarajan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spc="-85" dirty="0">
                <a:latin typeface="Cambria"/>
                <a:cs typeface="Cambria"/>
              </a:rPr>
              <a:t>Dr.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6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162545" y="2116912"/>
            <a:ext cx="4321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94050" y="2506705"/>
            <a:ext cx="12256135" cy="408559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60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sz="2800" b="1" spc="220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9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4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4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7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6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9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7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21-04-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>
              <a:latin typeface="Arial"/>
              <a:cs typeface="Arial"/>
            </a:endParaRPr>
          </a:p>
          <a:p>
            <a:pPr marL="151130" algn="ctr">
              <a:lnSpc>
                <a:spcPct val="100000"/>
              </a:lnSpc>
              <a:spcBef>
                <a:spcPts val="4040"/>
              </a:spcBef>
            </a:pP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CAMPUS</a:t>
            </a:r>
            <a:r>
              <a:rPr sz="3200" b="1" spc="-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EVENT</a:t>
            </a:r>
            <a:r>
              <a:rPr sz="3200" b="1" spc="-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MANAGEMENT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2718" y="7739786"/>
            <a:ext cx="7857490" cy="139827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Presented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lang="en-US" sz="3000" spc="-65" dirty="0">
                <a:latin typeface="Cambria"/>
                <a:cs typeface="Cambria"/>
              </a:rPr>
              <a:t>J.VISHNU VARDHAN</a:t>
            </a:r>
            <a:r>
              <a:rPr sz="3000" spc="-6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8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VTU2</a:t>
            </a:r>
            <a:r>
              <a:rPr lang="en-US" sz="3000" dirty="0">
                <a:latin typeface="Cambria"/>
                <a:cs typeface="Cambria"/>
              </a:rPr>
              <a:t>5595</a:t>
            </a:r>
            <a:r>
              <a:rPr sz="3000" spc="-5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7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23UECS0</a:t>
            </a:r>
            <a:r>
              <a:rPr lang="en-US" sz="3000" spc="-10" dirty="0">
                <a:latin typeface="Cambria"/>
                <a:cs typeface="Cambria"/>
              </a:rPr>
              <a:t>234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24743" y="7758379"/>
            <a:ext cx="4551045" cy="139763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endParaRPr sz="3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3000" spc="-30" dirty="0">
                <a:latin typeface="Cambria"/>
                <a:cs typeface="Cambria"/>
              </a:rPr>
              <a:t>Dr.Sumithra</a:t>
            </a:r>
            <a:r>
              <a:rPr sz="3000" spc="-110" dirty="0">
                <a:latin typeface="Cambria"/>
                <a:cs typeface="Cambria"/>
              </a:rPr>
              <a:t> </a:t>
            </a:r>
            <a:r>
              <a:rPr sz="3000" spc="-50" dirty="0">
                <a:latin typeface="Cambria"/>
                <a:cs typeface="Cambria"/>
              </a:rPr>
              <a:t>M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8794" y="6989140"/>
            <a:ext cx="36328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Black"/>
                <a:cs typeface="Arial Black"/>
              </a:rPr>
              <a:t>SDG</a:t>
            </a:r>
            <a:r>
              <a:rPr sz="2000" spc="-25" dirty="0">
                <a:latin typeface="Arial Black"/>
                <a:cs typeface="Arial Black"/>
              </a:rPr>
              <a:t> </a:t>
            </a:r>
            <a:r>
              <a:rPr sz="2000" dirty="0">
                <a:latin typeface="Arial Black"/>
                <a:cs typeface="Arial Black"/>
              </a:rPr>
              <a:t>4</a:t>
            </a:r>
            <a:r>
              <a:rPr sz="2000" spc="-20" dirty="0">
                <a:latin typeface="Arial Black"/>
                <a:cs typeface="Arial Black"/>
              </a:rPr>
              <a:t> </a:t>
            </a:r>
            <a:r>
              <a:rPr sz="2000" dirty="0">
                <a:latin typeface="Arial Black"/>
                <a:cs typeface="Arial Black"/>
              </a:rPr>
              <a:t>–</a:t>
            </a:r>
            <a:r>
              <a:rPr sz="2000" spc="-10" dirty="0">
                <a:latin typeface="Arial Black"/>
                <a:cs typeface="Arial Black"/>
              </a:rPr>
              <a:t> </a:t>
            </a:r>
            <a:r>
              <a:rPr sz="2000" dirty="0">
                <a:latin typeface="Arial Black"/>
                <a:cs typeface="Arial Black"/>
              </a:rPr>
              <a:t>Quality</a:t>
            </a:r>
            <a:r>
              <a:rPr sz="2000" spc="-25" dirty="0">
                <a:latin typeface="Arial Black"/>
                <a:cs typeface="Arial Black"/>
              </a:rPr>
              <a:t> </a:t>
            </a:r>
            <a:r>
              <a:rPr sz="2000" spc="-10" dirty="0">
                <a:latin typeface="Arial Black"/>
                <a:cs typeface="Arial Black"/>
              </a:rPr>
              <a:t>Education</a:t>
            </a:r>
            <a:endParaRPr sz="2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6081" y="1952244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5">
                <a:moveTo>
                  <a:pt x="496227" y="0"/>
                </a:moveTo>
                <a:lnTo>
                  <a:pt x="448437" y="2271"/>
                </a:lnTo>
                <a:lnTo>
                  <a:pt x="401933" y="8945"/>
                </a:lnTo>
                <a:lnTo>
                  <a:pt x="356922" y="19816"/>
                </a:lnTo>
                <a:lnTo>
                  <a:pt x="313612" y="34675"/>
                </a:lnTo>
                <a:lnTo>
                  <a:pt x="272211" y="53314"/>
                </a:lnTo>
                <a:lnTo>
                  <a:pt x="232927" y="75525"/>
                </a:lnTo>
                <a:lnTo>
                  <a:pt x="195968" y="101101"/>
                </a:lnTo>
                <a:lnTo>
                  <a:pt x="161541" y="129834"/>
                </a:lnTo>
                <a:lnTo>
                  <a:pt x="129856" y="161516"/>
                </a:lnTo>
                <a:lnTo>
                  <a:pt x="101119" y="195938"/>
                </a:lnTo>
                <a:lnTo>
                  <a:pt x="75539" y="232894"/>
                </a:lnTo>
                <a:lnTo>
                  <a:pt x="53324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4" y="720202"/>
                </a:lnTo>
                <a:lnTo>
                  <a:pt x="75539" y="759483"/>
                </a:lnTo>
                <a:lnTo>
                  <a:pt x="101119" y="796439"/>
                </a:lnTo>
                <a:lnTo>
                  <a:pt x="129856" y="830861"/>
                </a:lnTo>
                <a:lnTo>
                  <a:pt x="161541" y="862543"/>
                </a:lnTo>
                <a:lnTo>
                  <a:pt x="195968" y="891276"/>
                </a:lnTo>
                <a:lnTo>
                  <a:pt x="232927" y="916852"/>
                </a:lnTo>
                <a:lnTo>
                  <a:pt x="272211" y="939063"/>
                </a:lnTo>
                <a:lnTo>
                  <a:pt x="313612" y="957702"/>
                </a:lnTo>
                <a:lnTo>
                  <a:pt x="356922" y="972561"/>
                </a:lnTo>
                <a:lnTo>
                  <a:pt x="401933" y="983432"/>
                </a:lnTo>
                <a:lnTo>
                  <a:pt x="448437" y="990106"/>
                </a:lnTo>
                <a:lnTo>
                  <a:pt x="496227" y="992377"/>
                </a:lnTo>
                <a:lnTo>
                  <a:pt x="544017" y="990106"/>
                </a:lnTo>
                <a:lnTo>
                  <a:pt x="590522" y="983432"/>
                </a:lnTo>
                <a:lnTo>
                  <a:pt x="635532" y="972561"/>
                </a:lnTo>
                <a:lnTo>
                  <a:pt x="678841" y="957702"/>
                </a:lnTo>
                <a:lnTo>
                  <a:pt x="720240" y="939063"/>
                </a:lnTo>
                <a:lnTo>
                  <a:pt x="759521" y="916852"/>
                </a:lnTo>
                <a:lnTo>
                  <a:pt x="796477" y="891276"/>
                </a:lnTo>
                <a:lnTo>
                  <a:pt x="830899" y="862543"/>
                </a:lnTo>
                <a:lnTo>
                  <a:pt x="862581" y="830861"/>
                </a:lnTo>
                <a:lnTo>
                  <a:pt x="891314" y="796439"/>
                </a:lnTo>
                <a:lnTo>
                  <a:pt x="916890" y="759483"/>
                </a:lnTo>
                <a:lnTo>
                  <a:pt x="939101" y="720202"/>
                </a:lnTo>
                <a:lnTo>
                  <a:pt x="957740" y="678803"/>
                </a:lnTo>
                <a:lnTo>
                  <a:pt x="972599" y="635494"/>
                </a:lnTo>
                <a:lnTo>
                  <a:pt x="983470" y="590484"/>
                </a:lnTo>
                <a:lnTo>
                  <a:pt x="990144" y="543979"/>
                </a:lnTo>
                <a:lnTo>
                  <a:pt x="992416" y="496188"/>
                </a:lnTo>
                <a:lnTo>
                  <a:pt x="990144" y="448398"/>
                </a:lnTo>
                <a:lnTo>
                  <a:pt x="983470" y="401893"/>
                </a:lnTo>
                <a:lnTo>
                  <a:pt x="972599" y="356883"/>
                </a:lnTo>
                <a:lnTo>
                  <a:pt x="957740" y="313574"/>
                </a:lnTo>
                <a:lnTo>
                  <a:pt x="939101" y="272175"/>
                </a:lnTo>
                <a:lnTo>
                  <a:pt x="916890" y="232894"/>
                </a:lnTo>
                <a:lnTo>
                  <a:pt x="891314" y="195938"/>
                </a:lnTo>
                <a:lnTo>
                  <a:pt x="862581" y="161516"/>
                </a:lnTo>
                <a:lnTo>
                  <a:pt x="830899" y="129834"/>
                </a:lnTo>
                <a:lnTo>
                  <a:pt x="796477" y="101101"/>
                </a:lnTo>
                <a:lnTo>
                  <a:pt x="759521" y="75525"/>
                </a:lnTo>
                <a:lnTo>
                  <a:pt x="720240" y="53314"/>
                </a:lnTo>
                <a:lnTo>
                  <a:pt x="678841" y="34675"/>
                </a:lnTo>
                <a:lnTo>
                  <a:pt x="635532" y="19816"/>
                </a:lnTo>
                <a:lnTo>
                  <a:pt x="590522" y="8945"/>
                </a:lnTo>
                <a:lnTo>
                  <a:pt x="544017" y="2271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98878"/>
            <a:ext cx="148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8232" y="444728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583" y="4570221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8232" y="3107308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4203" y="3230118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8232" y="511581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80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7"/>
                </a:lnTo>
                <a:lnTo>
                  <a:pt x="299751" y="539308"/>
                </a:lnTo>
                <a:lnTo>
                  <a:pt x="342743" y="526683"/>
                </a:lnTo>
                <a:lnTo>
                  <a:pt x="382332" y="506579"/>
                </a:lnTo>
                <a:lnTo>
                  <a:pt x="417800" y="479761"/>
                </a:lnTo>
                <a:lnTo>
                  <a:pt x="448430" y="446995"/>
                </a:lnTo>
                <a:lnTo>
                  <a:pt x="473503" y="409048"/>
                </a:lnTo>
                <a:lnTo>
                  <a:pt x="492302" y="366685"/>
                </a:lnTo>
                <a:lnTo>
                  <a:pt x="504108" y="320674"/>
                </a:lnTo>
                <a:lnTo>
                  <a:pt x="508203" y="271780"/>
                </a:lnTo>
                <a:lnTo>
                  <a:pt x="504108" y="222923"/>
                </a:lnTo>
                <a:lnTo>
                  <a:pt x="492302" y="176941"/>
                </a:lnTo>
                <a:lnTo>
                  <a:pt x="473503" y="134601"/>
                </a:lnTo>
                <a:lnTo>
                  <a:pt x="448430" y="96669"/>
                </a:lnTo>
                <a:lnTo>
                  <a:pt x="417800" y="63914"/>
                </a:lnTo>
                <a:lnTo>
                  <a:pt x="382332" y="37102"/>
                </a:lnTo>
                <a:lnTo>
                  <a:pt x="342743" y="17001"/>
                </a:lnTo>
                <a:lnTo>
                  <a:pt x="299751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680" y="523875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8232" y="37764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1" y="539431"/>
                </a:lnTo>
                <a:lnTo>
                  <a:pt x="342743" y="526796"/>
                </a:lnTo>
                <a:lnTo>
                  <a:pt x="382332" y="506678"/>
                </a:lnTo>
                <a:lnTo>
                  <a:pt x="417800" y="479846"/>
                </a:lnTo>
                <a:lnTo>
                  <a:pt x="448430" y="447070"/>
                </a:lnTo>
                <a:lnTo>
                  <a:pt x="473503" y="409118"/>
                </a:lnTo>
                <a:lnTo>
                  <a:pt x="492302" y="366761"/>
                </a:lnTo>
                <a:lnTo>
                  <a:pt x="504108" y="320767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680" y="389940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8232" y="645579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80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7"/>
                </a:lnTo>
                <a:lnTo>
                  <a:pt x="299751" y="539308"/>
                </a:lnTo>
                <a:lnTo>
                  <a:pt x="342743" y="526683"/>
                </a:lnTo>
                <a:lnTo>
                  <a:pt x="382332" y="506579"/>
                </a:lnTo>
                <a:lnTo>
                  <a:pt x="417800" y="479761"/>
                </a:lnTo>
                <a:lnTo>
                  <a:pt x="448430" y="446995"/>
                </a:lnTo>
                <a:lnTo>
                  <a:pt x="473503" y="409048"/>
                </a:lnTo>
                <a:lnTo>
                  <a:pt x="492302" y="366685"/>
                </a:lnTo>
                <a:lnTo>
                  <a:pt x="504108" y="320674"/>
                </a:lnTo>
                <a:lnTo>
                  <a:pt x="508203" y="271780"/>
                </a:lnTo>
                <a:lnTo>
                  <a:pt x="504108" y="222923"/>
                </a:lnTo>
                <a:lnTo>
                  <a:pt x="492302" y="176941"/>
                </a:lnTo>
                <a:lnTo>
                  <a:pt x="473503" y="134601"/>
                </a:lnTo>
                <a:lnTo>
                  <a:pt x="448430" y="96669"/>
                </a:lnTo>
                <a:lnTo>
                  <a:pt x="417800" y="63914"/>
                </a:lnTo>
                <a:lnTo>
                  <a:pt x="382332" y="37102"/>
                </a:lnTo>
                <a:lnTo>
                  <a:pt x="342743" y="17001"/>
                </a:lnTo>
                <a:lnTo>
                  <a:pt x="299751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203" y="6578854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8232" y="578485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632" y="5908039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8232" y="712330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1155" y="7246746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8232" y="77909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632" y="7914513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88794" y="1645666"/>
            <a:ext cx="14740255" cy="6367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Background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problem: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colleges,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event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management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handled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manually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through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notices,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spreadsheets,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paper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registrations.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makes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difficult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organize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events,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participants,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dirty="0">
                <a:latin typeface="Calibri"/>
                <a:cs typeface="Calibri"/>
              </a:rPr>
              <a:t>manage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updates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efficiently.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Why</a:t>
            </a:r>
            <a:r>
              <a:rPr sz="3200" b="1" spc="-5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this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project</a:t>
            </a:r>
            <a:r>
              <a:rPr sz="3200" b="1" spc="-5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is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important: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simplifies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event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creation,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registration,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management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centralized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system.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spc="-20" dirty="0">
                <a:latin typeface="Calibri"/>
                <a:cs typeface="Calibri"/>
              </a:rPr>
              <a:t>Real-</a:t>
            </a:r>
            <a:r>
              <a:rPr sz="3200" b="1" dirty="0">
                <a:latin typeface="Calibri"/>
                <a:cs typeface="Calibri"/>
              </a:rPr>
              <a:t>world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relevance:</a:t>
            </a:r>
            <a:endParaRPr sz="3200">
              <a:latin typeface="Calibri"/>
              <a:cs typeface="Calibri"/>
            </a:endParaRPr>
          </a:p>
          <a:p>
            <a:pPr marL="12700" marR="110236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Calibri"/>
                <a:cs typeface="Calibri"/>
              </a:rPr>
              <a:t>Useful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colleges,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universities,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technical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symposiums,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cultural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events,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workshops, </a:t>
            </a:r>
            <a:r>
              <a:rPr sz="3200" dirty="0">
                <a:latin typeface="Calibri"/>
                <a:cs typeface="Calibri"/>
              </a:rPr>
              <a:t>seminars,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hackathons.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Brief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overview</a:t>
            </a:r>
            <a:r>
              <a:rPr sz="3200" b="1" spc="-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the</a:t>
            </a:r>
            <a:r>
              <a:rPr sz="3200" b="1" spc="-7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system:</a:t>
            </a:r>
            <a:endParaRPr sz="3200">
              <a:latin typeface="Calibri"/>
              <a:cs typeface="Calibri"/>
            </a:endParaRPr>
          </a:p>
          <a:p>
            <a:pPr marL="12700" marR="9525" algn="just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Campus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Event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Management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System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web-</a:t>
            </a:r>
            <a:r>
              <a:rPr sz="3200" dirty="0">
                <a:latin typeface="Calibri"/>
                <a:cs typeface="Calibri"/>
              </a:rPr>
              <a:t>based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allows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admins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create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campus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events,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while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students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view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available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events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register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them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online.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9358" y="2648076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7"/>
                </a:lnTo>
                <a:lnTo>
                  <a:pt x="313612" y="34693"/>
                </a:lnTo>
                <a:lnTo>
                  <a:pt x="272211" y="53341"/>
                </a:lnTo>
                <a:lnTo>
                  <a:pt x="232927" y="75562"/>
                </a:lnTo>
                <a:lnTo>
                  <a:pt x="195968" y="101148"/>
                </a:lnTo>
                <a:lnTo>
                  <a:pt x="161541" y="129892"/>
                </a:lnTo>
                <a:lnTo>
                  <a:pt x="129856" y="161585"/>
                </a:lnTo>
                <a:lnTo>
                  <a:pt x="101119" y="196018"/>
                </a:lnTo>
                <a:lnTo>
                  <a:pt x="75539" y="232985"/>
                </a:lnTo>
                <a:lnTo>
                  <a:pt x="53324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6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4" y="720329"/>
                </a:lnTo>
                <a:lnTo>
                  <a:pt x="75539" y="759610"/>
                </a:lnTo>
                <a:lnTo>
                  <a:pt x="101119" y="796566"/>
                </a:lnTo>
                <a:lnTo>
                  <a:pt x="129856" y="830988"/>
                </a:lnTo>
                <a:lnTo>
                  <a:pt x="161541" y="862670"/>
                </a:lnTo>
                <a:lnTo>
                  <a:pt x="195968" y="891403"/>
                </a:lnTo>
                <a:lnTo>
                  <a:pt x="232927" y="916979"/>
                </a:lnTo>
                <a:lnTo>
                  <a:pt x="272211" y="939190"/>
                </a:lnTo>
                <a:lnTo>
                  <a:pt x="313612" y="957829"/>
                </a:lnTo>
                <a:lnTo>
                  <a:pt x="356922" y="972688"/>
                </a:lnTo>
                <a:lnTo>
                  <a:pt x="401933" y="983559"/>
                </a:lnTo>
                <a:lnTo>
                  <a:pt x="448437" y="990233"/>
                </a:lnTo>
                <a:lnTo>
                  <a:pt x="496227" y="992504"/>
                </a:lnTo>
                <a:lnTo>
                  <a:pt x="544022" y="990233"/>
                </a:lnTo>
                <a:lnTo>
                  <a:pt x="590530" y="983559"/>
                </a:lnTo>
                <a:lnTo>
                  <a:pt x="635544" y="972688"/>
                </a:lnTo>
                <a:lnTo>
                  <a:pt x="678855" y="957829"/>
                </a:lnTo>
                <a:lnTo>
                  <a:pt x="720256" y="939190"/>
                </a:lnTo>
                <a:lnTo>
                  <a:pt x="759539" y="916979"/>
                </a:lnTo>
                <a:lnTo>
                  <a:pt x="796497" y="891403"/>
                </a:lnTo>
                <a:lnTo>
                  <a:pt x="830921" y="862670"/>
                </a:lnTo>
                <a:lnTo>
                  <a:pt x="862604" y="830988"/>
                </a:lnTo>
                <a:lnTo>
                  <a:pt x="891337" y="796566"/>
                </a:lnTo>
                <a:lnTo>
                  <a:pt x="916914" y="759610"/>
                </a:lnTo>
                <a:lnTo>
                  <a:pt x="939126" y="720329"/>
                </a:lnTo>
                <a:lnTo>
                  <a:pt x="957765" y="678930"/>
                </a:lnTo>
                <a:lnTo>
                  <a:pt x="972624" y="635621"/>
                </a:lnTo>
                <a:lnTo>
                  <a:pt x="983495" y="590611"/>
                </a:lnTo>
                <a:lnTo>
                  <a:pt x="990170" y="544106"/>
                </a:lnTo>
                <a:lnTo>
                  <a:pt x="992441" y="496316"/>
                </a:lnTo>
                <a:lnTo>
                  <a:pt x="990170" y="448523"/>
                </a:lnTo>
                <a:lnTo>
                  <a:pt x="983495" y="402015"/>
                </a:lnTo>
                <a:lnTo>
                  <a:pt x="972624" y="356999"/>
                </a:lnTo>
                <a:lnTo>
                  <a:pt x="957765" y="313683"/>
                </a:lnTo>
                <a:lnTo>
                  <a:pt x="939126" y="272276"/>
                </a:lnTo>
                <a:lnTo>
                  <a:pt x="916914" y="232985"/>
                </a:lnTo>
                <a:lnTo>
                  <a:pt x="891337" y="196018"/>
                </a:lnTo>
                <a:lnTo>
                  <a:pt x="862604" y="161585"/>
                </a:lnTo>
                <a:lnTo>
                  <a:pt x="830921" y="129892"/>
                </a:lnTo>
                <a:lnTo>
                  <a:pt x="796497" y="101148"/>
                </a:lnTo>
                <a:lnTo>
                  <a:pt x="759539" y="75562"/>
                </a:lnTo>
                <a:lnTo>
                  <a:pt x="720256" y="53341"/>
                </a:lnTo>
                <a:lnTo>
                  <a:pt x="678855" y="34693"/>
                </a:lnTo>
                <a:lnTo>
                  <a:pt x="635544" y="19827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94533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1509" y="442823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514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17032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1509" y="376250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854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7252" y="6548755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883020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4203" y="7216520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22680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"/>
                <a:cs typeface="Calibri"/>
              </a:rPr>
              <a:t>In</a:t>
            </a:r>
            <a:r>
              <a:rPr sz="4000" b="0" spc="61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many</a:t>
            </a:r>
            <a:r>
              <a:rPr sz="4000" b="0" spc="62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educational</a:t>
            </a:r>
            <a:r>
              <a:rPr sz="4000" b="0" spc="59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institutions,</a:t>
            </a:r>
            <a:r>
              <a:rPr sz="4000" b="0" spc="60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event</a:t>
            </a:r>
            <a:r>
              <a:rPr sz="4000" b="0" spc="63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registration</a:t>
            </a:r>
            <a:r>
              <a:rPr sz="4000" b="0" spc="63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and</a:t>
            </a:r>
            <a:r>
              <a:rPr sz="4000" b="0" spc="61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management </a:t>
            </a:r>
            <a:r>
              <a:rPr sz="4000" b="0" dirty="0">
                <a:latin typeface="Calibri"/>
                <a:cs typeface="Calibri"/>
              </a:rPr>
              <a:t>are</a:t>
            </a:r>
            <a:r>
              <a:rPr sz="4000" b="0" spc="76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still</a:t>
            </a:r>
            <a:r>
              <a:rPr sz="4000" b="0" spc="75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handled</a:t>
            </a:r>
            <a:r>
              <a:rPr sz="4000" b="0" spc="75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manually.</a:t>
            </a:r>
            <a:r>
              <a:rPr sz="4000" b="0" spc="76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Students</a:t>
            </a:r>
            <a:r>
              <a:rPr sz="4000" b="0" spc="76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often</a:t>
            </a:r>
            <a:r>
              <a:rPr sz="4000" b="0" spc="75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depend</a:t>
            </a:r>
            <a:r>
              <a:rPr sz="4000" b="0" spc="76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on</a:t>
            </a:r>
            <a:r>
              <a:rPr sz="4000" b="0" spc="76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notice</a:t>
            </a:r>
            <a:r>
              <a:rPr sz="4000" b="0" spc="74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boards, </a:t>
            </a:r>
            <a:r>
              <a:rPr sz="4000" b="0" dirty="0">
                <a:latin typeface="Calibri"/>
                <a:cs typeface="Calibri"/>
              </a:rPr>
              <a:t>classroom</a:t>
            </a:r>
            <a:r>
              <a:rPr sz="4000" b="0" spc="98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announcements,</a:t>
            </a:r>
            <a:r>
              <a:rPr sz="4000" b="0" spc="55" dirty="0">
                <a:latin typeface="Calibri"/>
                <a:cs typeface="Calibri"/>
              </a:rPr>
              <a:t>  </a:t>
            </a:r>
            <a:r>
              <a:rPr sz="4000" b="0" dirty="0">
                <a:latin typeface="Calibri"/>
                <a:cs typeface="Calibri"/>
              </a:rPr>
              <a:t>or</a:t>
            </a:r>
            <a:r>
              <a:rPr sz="4000" b="0" spc="99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social</a:t>
            </a:r>
            <a:r>
              <a:rPr sz="4000" b="0" spc="98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media</a:t>
            </a:r>
            <a:r>
              <a:rPr sz="4000" b="0" spc="994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updates</a:t>
            </a:r>
            <a:r>
              <a:rPr sz="4000" b="0" spc="969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to</a:t>
            </a:r>
            <a:r>
              <a:rPr sz="4000" b="0" spc="994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know</a:t>
            </a:r>
            <a:r>
              <a:rPr sz="4000" b="0" spc="975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about </a:t>
            </a:r>
            <a:r>
              <a:rPr sz="4000" b="0" dirty="0">
                <a:latin typeface="Calibri"/>
                <a:cs typeface="Calibri"/>
              </a:rPr>
              <a:t>events.</a:t>
            </a:r>
            <a:r>
              <a:rPr sz="4000" b="0" spc="60" dirty="0">
                <a:latin typeface="Calibri"/>
                <a:cs typeface="Calibri"/>
              </a:rPr>
              <a:t>  </a:t>
            </a:r>
            <a:r>
              <a:rPr sz="4000" b="0" dirty="0">
                <a:latin typeface="Calibri"/>
                <a:cs typeface="Calibri"/>
              </a:rPr>
              <a:t>Organizers</a:t>
            </a:r>
            <a:r>
              <a:rPr sz="4000" b="0" spc="65" dirty="0">
                <a:latin typeface="Calibri"/>
                <a:cs typeface="Calibri"/>
              </a:rPr>
              <a:t>  </a:t>
            </a:r>
            <a:r>
              <a:rPr sz="4000" b="0" dirty="0">
                <a:latin typeface="Calibri"/>
                <a:cs typeface="Calibri"/>
              </a:rPr>
              <a:t>face</a:t>
            </a:r>
            <a:r>
              <a:rPr sz="4000" b="0" spc="65" dirty="0">
                <a:latin typeface="Calibri"/>
                <a:cs typeface="Calibri"/>
              </a:rPr>
              <a:t>  </a:t>
            </a:r>
            <a:r>
              <a:rPr sz="4000" b="0" dirty="0">
                <a:latin typeface="Calibri"/>
                <a:cs typeface="Calibri"/>
              </a:rPr>
              <a:t>difficulty</a:t>
            </a:r>
            <a:r>
              <a:rPr sz="4000" b="0" spc="60" dirty="0">
                <a:latin typeface="Calibri"/>
                <a:cs typeface="Calibri"/>
              </a:rPr>
              <a:t>  </a:t>
            </a:r>
            <a:r>
              <a:rPr sz="4000" b="0" dirty="0">
                <a:latin typeface="Calibri"/>
                <a:cs typeface="Calibri"/>
              </a:rPr>
              <a:t>in</a:t>
            </a:r>
            <a:r>
              <a:rPr sz="4000" b="0" spc="65" dirty="0">
                <a:latin typeface="Calibri"/>
                <a:cs typeface="Calibri"/>
              </a:rPr>
              <a:t>  </a:t>
            </a:r>
            <a:r>
              <a:rPr sz="4000" b="0" dirty="0">
                <a:latin typeface="Calibri"/>
                <a:cs typeface="Calibri"/>
              </a:rPr>
              <a:t>maintaining</a:t>
            </a:r>
            <a:r>
              <a:rPr sz="4000" b="0" spc="75" dirty="0">
                <a:latin typeface="Calibri"/>
                <a:cs typeface="Calibri"/>
              </a:rPr>
              <a:t>  </a:t>
            </a:r>
            <a:r>
              <a:rPr sz="4000" b="0" dirty="0">
                <a:latin typeface="Calibri"/>
                <a:cs typeface="Calibri"/>
              </a:rPr>
              <a:t>participant</a:t>
            </a:r>
            <a:r>
              <a:rPr sz="4000" b="0" spc="55" dirty="0">
                <a:latin typeface="Calibri"/>
                <a:cs typeface="Calibri"/>
              </a:rPr>
              <a:t>  </a:t>
            </a:r>
            <a:r>
              <a:rPr sz="4000" b="0" spc="-10" dirty="0">
                <a:latin typeface="Calibri"/>
                <a:cs typeface="Calibri"/>
              </a:rPr>
              <a:t>records, </a:t>
            </a:r>
            <a:r>
              <a:rPr sz="4000" b="0" dirty="0">
                <a:latin typeface="Calibri"/>
                <a:cs typeface="Calibri"/>
              </a:rPr>
              <a:t>updating</a:t>
            </a:r>
            <a:r>
              <a:rPr sz="4000" b="0" spc="395" dirty="0">
                <a:latin typeface="Calibri"/>
                <a:cs typeface="Calibri"/>
              </a:rPr>
              <a:t>  </a:t>
            </a:r>
            <a:r>
              <a:rPr sz="4000" b="0" dirty="0">
                <a:latin typeface="Calibri"/>
                <a:cs typeface="Calibri"/>
              </a:rPr>
              <a:t>event</a:t>
            </a:r>
            <a:r>
              <a:rPr sz="4000" b="0" spc="405" dirty="0">
                <a:latin typeface="Calibri"/>
                <a:cs typeface="Calibri"/>
              </a:rPr>
              <a:t>  </a:t>
            </a:r>
            <a:r>
              <a:rPr sz="4000" b="0" dirty="0">
                <a:latin typeface="Calibri"/>
                <a:cs typeface="Calibri"/>
              </a:rPr>
              <a:t>details,</a:t>
            </a:r>
            <a:r>
              <a:rPr sz="4000" b="0" spc="390" dirty="0">
                <a:latin typeface="Calibri"/>
                <a:cs typeface="Calibri"/>
              </a:rPr>
              <a:t>  </a:t>
            </a:r>
            <a:r>
              <a:rPr sz="4000" b="0" dirty="0">
                <a:latin typeface="Calibri"/>
                <a:cs typeface="Calibri"/>
              </a:rPr>
              <a:t>checking</a:t>
            </a:r>
            <a:r>
              <a:rPr sz="4000" b="0" spc="390" dirty="0">
                <a:latin typeface="Calibri"/>
                <a:cs typeface="Calibri"/>
              </a:rPr>
              <a:t>  </a:t>
            </a:r>
            <a:r>
              <a:rPr sz="4000" b="0" dirty="0">
                <a:latin typeface="Calibri"/>
                <a:cs typeface="Calibri"/>
              </a:rPr>
              <a:t>capacity,</a:t>
            </a:r>
            <a:r>
              <a:rPr sz="4000" b="0" spc="395" dirty="0">
                <a:latin typeface="Calibri"/>
                <a:cs typeface="Calibri"/>
              </a:rPr>
              <a:t>  </a:t>
            </a:r>
            <a:r>
              <a:rPr sz="4000" b="0" dirty="0">
                <a:latin typeface="Calibri"/>
                <a:cs typeface="Calibri"/>
              </a:rPr>
              <a:t>and</a:t>
            </a:r>
            <a:r>
              <a:rPr sz="4000" b="0" spc="400" dirty="0">
                <a:latin typeface="Calibri"/>
                <a:cs typeface="Calibri"/>
              </a:rPr>
              <a:t>  </a:t>
            </a:r>
            <a:r>
              <a:rPr sz="4000" b="0" dirty="0">
                <a:latin typeface="Calibri"/>
                <a:cs typeface="Calibri"/>
              </a:rPr>
              <a:t>avoiding</a:t>
            </a:r>
            <a:r>
              <a:rPr sz="4000" b="0" spc="395" dirty="0">
                <a:latin typeface="Calibri"/>
                <a:cs typeface="Calibri"/>
              </a:rPr>
              <a:t>  </a:t>
            </a:r>
            <a:r>
              <a:rPr sz="4000" b="0" spc="-10" dirty="0">
                <a:latin typeface="Calibri"/>
                <a:cs typeface="Calibri"/>
              </a:rPr>
              <a:t>duplicate registrations.</a:t>
            </a:r>
            <a:r>
              <a:rPr sz="4000" b="0" spc="-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Manual</a:t>
            </a:r>
            <a:r>
              <a:rPr sz="4000" b="0" spc="-1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handling</a:t>
            </a:r>
            <a:r>
              <a:rPr sz="4000" b="0" spc="-1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consumes</a:t>
            </a:r>
            <a:r>
              <a:rPr sz="4000" b="0" spc="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time</a:t>
            </a:r>
            <a:r>
              <a:rPr sz="4000" b="0" spc="-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and</a:t>
            </a:r>
            <a:r>
              <a:rPr sz="4000" b="0" spc="-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may lead</a:t>
            </a:r>
            <a:r>
              <a:rPr sz="4000" b="0" spc="-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to</a:t>
            </a:r>
            <a:r>
              <a:rPr sz="4000" b="0" spc="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errors</a:t>
            </a:r>
            <a:r>
              <a:rPr sz="4000" b="0" spc="5" dirty="0">
                <a:latin typeface="Calibri"/>
                <a:cs typeface="Calibri"/>
              </a:rPr>
              <a:t> </a:t>
            </a:r>
            <a:r>
              <a:rPr sz="4000" b="0" spc="-25" dirty="0">
                <a:latin typeface="Calibri"/>
                <a:cs typeface="Calibri"/>
              </a:rPr>
              <a:t>in </a:t>
            </a:r>
            <a:r>
              <a:rPr sz="4000" b="0" dirty="0">
                <a:latin typeface="Calibri"/>
                <a:cs typeface="Calibri"/>
              </a:rPr>
              <a:t>data</a:t>
            </a:r>
            <a:r>
              <a:rPr sz="4000" b="0" spc="6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management.</a:t>
            </a:r>
            <a:r>
              <a:rPr sz="4000" b="0" spc="5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Therefore,</a:t>
            </a:r>
            <a:r>
              <a:rPr sz="4000" b="0" spc="6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there</a:t>
            </a:r>
            <a:r>
              <a:rPr sz="4000" b="0" spc="5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is</a:t>
            </a:r>
            <a:r>
              <a:rPr sz="4000" b="0" spc="6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a</a:t>
            </a:r>
            <a:r>
              <a:rPr sz="4000" b="0" spc="5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need</a:t>
            </a:r>
            <a:r>
              <a:rPr sz="4000" b="0" spc="7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for</a:t>
            </a:r>
            <a:r>
              <a:rPr sz="4000" b="0" spc="6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a</a:t>
            </a:r>
            <a:r>
              <a:rPr sz="4000" b="0" spc="6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secure,</a:t>
            </a:r>
            <a:r>
              <a:rPr sz="4000" b="0" spc="6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reliable,</a:t>
            </a:r>
            <a:r>
              <a:rPr sz="4000" b="0" spc="45" dirty="0">
                <a:latin typeface="Calibri"/>
                <a:cs typeface="Calibri"/>
              </a:rPr>
              <a:t> </a:t>
            </a:r>
            <a:r>
              <a:rPr sz="4000" b="0" spc="-25" dirty="0">
                <a:latin typeface="Calibri"/>
                <a:cs typeface="Calibri"/>
              </a:rPr>
              <a:t>and </a:t>
            </a:r>
            <a:r>
              <a:rPr sz="4000" b="0" dirty="0">
                <a:latin typeface="Calibri"/>
                <a:cs typeface="Calibri"/>
              </a:rPr>
              <a:t>automated</a:t>
            </a:r>
            <a:r>
              <a:rPr sz="4000" b="0" spc="23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system</a:t>
            </a:r>
            <a:r>
              <a:rPr sz="4000" b="0" spc="24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that</a:t>
            </a:r>
            <a:r>
              <a:rPr sz="4000" b="0" spc="23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can</a:t>
            </a:r>
            <a:r>
              <a:rPr sz="4000" b="0" spc="24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manage</a:t>
            </a:r>
            <a:r>
              <a:rPr sz="4000" b="0" spc="24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campus</a:t>
            </a:r>
            <a:r>
              <a:rPr sz="4000" b="0" spc="235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events</a:t>
            </a:r>
            <a:r>
              <a:rPr sz="4000" b="0" spc="240" dirty="0">
                <a:latin typeface="Calibri"/>
                <a:cs typeface="Calibri"/>
              </a:rPr>
              <a:t> </a:t>
            </a:r>
            <a:r>
              <a:rPr sz="4000" b="0" dirty="0">
                <a:latin typeface="Calibri"/>
                <a:cs typeface="Calibri"/>
              </a:rPr>
              <a:t>efficiently,</a:t>
            </a:r>
            <a:r>
              <a:rPr sz="4000" b="0" spc="254" dirty="0">
                <a:latin typeface="Calibri"/>
                <a:cs typeface="Calibri"/>
              </a:rPr>
              <a:t> </a:t>
            </a:r>
            <a:r>
              <a:rPr sz="4000" b="0" spc="-10" dirty="0">
                <a:latin typeface="Calibri"/>
                <a:cs typeface="Calibri"/>
              </a:rPr>
              <a:t>provide </a:t>
            </a:r>
            <a:r>
              <a:rPr sz="4000" b="0" spc="-25" dirty="0">
                <a:latin typeface="Calibri"/>
                <a:cs typeface="Calibri"/>
              </a:rPr>
              <a:t>real-</a:t>
            </a:r>
            <a:r>
              <a:rPr sz="4000" b="0" dirty="0">
                <a:latin typeface="Calibri"/>
                <a:cs typeface="Calibri"/>
              </a:rPr>
              <a:t>time</a:t>
            </a:r>
            <a:r>
              <a:rPr sz="4000" b="0" spc="495" dirty="0">
                <a:latin typeface="Calibri"/>
                <a:cs typeface="Calibri"/>
              </a:rPr>
              <a:t>   </a:t>
            </a:r>
            <a:r>
              <a:rPr sz="4000" b="0" dirty="0">
                <a:latin typeface="Calibri"/>
                <a:cs typeface="Calibri"/>
              </a:rPr>
              <a:t>access</a:t>
            </a:r>
            <a:r>
              <a:rPr sz="4000" b="0" spc="500" dirty="0">
                <a:latin typeface="Calibri"/>
                <a:cs typeface="Calibri"/>
              </a:rPr>
              <a:t>   </a:t>
            </a:r>
            <a:r>
              <a:rPr sz="4000" b="0" dirty="0">
                <a:latin typeface="Calibri"/>
                <a:cs typeface="Calibri"/>
              </a:rPr>
              <a:t>to</a:t>
            </a:r>
            <a:r>
              <a:rPr sz="4000" b="0" spc="495" dirty="0">
                <a:latin typeface="Calibri"/>
                <a:cs typeface="Calibri"/>
              </a:rPr>
              <a:t>   </a:t>
            </a:r>
            <a:r>
              <a:rPr sz="4000" b="0" dirty="0">
                <a:latin typeface="Calibri"/>
                <a:cs typeface="Calibri"/>
              </a:rPr>
              <a:t>students,</a:t>
            </a:r>
            <a:r>
              <a:rPr sz="4000" b="0" spc="500" dirty="0">
                <a:latin typeface="Calibri"/>
                <a:cs typeface="Calibri"/>
              </a:rPr>
              <a:t>   </a:t>
            </a:r>
            <a:r>
              <a:rPr sz="4000" b="0" dirty="0">
                <a:latin typeface="Calibri"/>
                <a:cs typeface="Calibri"/>
              </a:rPr>
              <a:t>and</a:t>
            </a:r>
            <a:r>
              <a:rPr sz="4000" b="0" spc="500" dirty="0">
                <a:latin typeface="Calibri"/>
                <a:cs typeface="Calibri"/>
              </a:rPr>
              <a:t>   </a:t>
            </a:r>
            <a:r>
              <a:rPr sz="4000" b="0" dirty="0">
                <a:latin typeface="Calibri"/>
                <a:cs typeface="Calibri"/>
              </a:rPr>
              <a:t>simplify</a:t>
            </a:r>
            <a:r>
              <a:rPr sz="4000" b="0" spc="500" dirty="0">
                <a:latin typeface="Calibri"/>
                <a:cs typeface="Calibri"/>
              </a:rPr>
              <a:t>   </a:t>
            </a:r>
            <a:r>
              <a:rPr sz="4000" b="0" dirty="0">
                <a:latin typeface="Calibri"/>
                <a:cs typeface="Calibri"/>
              </a:rPr>
              <a:t>registration</a:t>
            </a:r>
            <a:r>
              <a:rPr sz="4000" b="0" spc="500" dirty="0">
                <a:latin typeface="Calibri"/>
                <a:cs typeface="Calibri"/>
              </a:rPr>
              <a:t>   </a:t>
            </a:r>
            <a:r>
              <a:rPr sz="4000" b="0" spc="-25" dirty="0">
                <a:latin typeface="Calibri"/>
                <a:cs typeface="Calibri"/>
              </a:rPr>
              <a:t>and </a:t>
            </a:r>
            <a:r>
              <a:rPr sz="4000" b="0" spc="-10" dirty="0">
                <a:latin typeface="Calibri"/>
                <a:cs typeface="Calibri"/>
              </a:rPr>
              <a:t>administration.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331571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7"/>
                </a:lnTo>
                <a:lnTo>
                  <a:pt x="313612" y="34693"/>
                </a:lnTo>
                <a:lnTo>
                  <a:pt x="272211" y="53341"/>
                </a:lnTo>
                <a:lnTo>
                  <a:pt x="232927" y="75562"/>
                </a:lnTo>
                <a:lnTo>
                  <a:pt x="195968" y="101148"/>
                </a:lnTo>
                <a:lnTo>
                  <a:pt x="161541" y="129892"/>
                </a:lnTo>
                <a:lnTo>
                  <a:pt x="129856" y="161585"/>
                </a:lnTo>
                <a:lnTo>
                  <a:pt x="101119" y="196018"/>
                </a:lnTo>
                <a:lnTo>
                  <a:pt x="75539" y="232985"/>
                </a:lnTo>
                <a:lnTo>
                  <a:pt x="53324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5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4" y="720329"/>
                </a:lnTo>
                <a:lnTo>
                  <a:pt x="75539" y="759610"/>
                </a:lnTo>
                <a:lnTo>
                  <a:pt x="101119" y="796566"/>
                </a:lnTo>
                <a:lnTo>
                  <a:pt x="129856" y="830988"/>
                </a:lnTo>
                <a:lnTo>
                  <a:pt x="161541" y="862670"/>
                </a:lnTo>
                <a:lnTo>
                  <a:pt x="195968" y="891403"/>
                </a:lnTo>
                <a:lnTo>
                  <a:pt x="232927" y="916979"/>
                </a:lnTo>
                <a:lnTo>
                  <a:pt x="272211" y="939190"/>
                </a:lnTo>
                <a:lnTo>
                  <a:pt x="313612" y="957829"/>
                </a:lnTo>
                <a:lnTo>
                  <a:pt x="356922" y="972688"/>
                </a:lnTo>
                <a:lnTo>
                  <a:pt x="401933" y="983559"/>
                </a:lnTo>
                <a:lnTo>
                  <a:pt x="448437" y="990233"/>
                </a:lnTo>
                <a:lnTo>
                  <a:pt x="496227" y="992504"/>
                </a:lnTo>
                <a:lnTo>
                  <a:pt x="544022" y="990233"/>
                </a:lnTo>
                <a:lnTo>
                  <a:pt x="590530" y="983559"/>
                </a:lnTo>
                <a:lnTo>
                  <a:pt x="635544" y="972688"/>
                </a:lnTo>
                <a:lnTo>
                  <a:pt x="678855" y="957829"/>
                </a:lnTo>
                <a:lnTo>
                  <a:pt x="720256" y="939190"/>
                </a:lnTo>
                <a:lnTo>
                  <a:pt x="759539" y="916979"/>
                </a:lnTo>
                <a:lnTo>
                  <a:pt x="796497" y="891403"/>
                </a:lnTo>
                <a:lnTo>
                  <a:pt x="830921" y="862670"/>
                </a:lnTo>
                <a:lnTo>
                  <a:pt x="862604" y="830988"/>
                </a:lnTo>
                <a:lnTo>
                  <a:pt x="891337" y="796566"/>
                </a:lnTo>
                <a:lnTo>
                  <a:pt x="916914" y="759610"/>
                </a:lnTo>
                <a:lnTo>
                  <a:pt x="939126" y="720329"/>
                </a:lnTo>
                <a:lnTo>
                  <a:pt x="957765" y="678930"/>
                </a:lnTo>
                <a:lnTo>
                  <a:pt x="972624" y="635621"/>
                </a:lnTo>
                <a:lnTo>
                  <a:pt x="983495" y="590611"/>
                </a:lnTo>
                <a:lnTo>
                  <a:pt x="990170" y="544106"/>
                </a:lnTo>
                <a:lnTo>
                  <a:pt x="992441" y="496315"/>
                </a:lnTo>
                <a:lnTo>
                  <a:pt x="990170" y="448523"/>
                </a:lnTo>
                <a:lnTo>
                  <a:pt x="983495" y="402015"/>
                </a:lnTo>
                <a:lnTo>
                  <a:pt x="972624" y="356999"/>
                </a:lnTo>
                <a:lnTo>
                  <a:pt x="957765" y="313683"/>
                </a:lnTo>
                <a:lnTo>
                  <a:pt x="939126" y="272276"/>
                </a:lnTo>
                <a:lnTo>
                  <a:pt x="916914" y="232985"/>
                </a:lnTo>
                <a:lnTo>
                  <a:pt x="891337" y="196018"/>
                </a:lnTo>
                <a:lnTo>
                  <a:pt x="862604" y="161585"/>
                </a:lnTo>
                <a:lnTo>
                  <a:pt x="830921" y="129892"/>
                </a:lnTo>
                <a:lnTo>
                  <a:pt x="796497" y="101148"/>
                </a:lnTo>
                <a:lnTo>
                  <a:pt x="759539" y="75562"/>
                </a:lnTo>
                <a:lnTo>
                  <a:pt x="720256" y="53341"/>
                </a:lnTo>
                <a:lnTo>
                  <a:pt x="678855" y="34693"/>
                </a:lnTo>
                <a:lnTo>
                  <a:pt x="635544" y="19827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62603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442823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9632" y="45514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17032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1509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8755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83020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2680" y="7216520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</a:p>
        </p:txBody>
      </p:sp>
      <p:sp>
        <p:nvSpPr>
          <p:cNvPr id="20" name="object 20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288794" y="1634998"/>
            <a:ext cx="149263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4200" algn="l"/>
                <a:tab pos="1647825" algn="l"/>
                <a:tab pos="3671570" algn="l"/>
                <a:tab pos="5073650" algn="l"/>
                <a:tab pos="7433309" algn="l"/>
                <a:tab pos="8247380" algn="l"/>
                <a:tab pos="11284585" algn="l"/>
                <a:tab pos="13650594" algn="l"/>
              </a:tabLst>
            </a:pPr>
            <a:r>
              <a:rPr sz="4400" spc="-25" dirty="0">
                <a:latin typeface="Calibri"/>
                <a:cs typeface="Calibri"/>
              </a:rPr>
              <a:t>To</a:t>
            </a:r>
            <a:r>
              <a:rPr sz="4400" dirty="0">
                <a:latin typeface="Calibri"/>
                <a:cs typeface="Calibri"/>
              </a:rPr>
              <a:t>	</a:t>
            </a:r>
            <a:r>
              <a:rPr sz="4400" spc="-10" dirty="0">
                <a:latin typeface="Calibri"/>
                <a:cs typeface="Calibri"/>
              </a:rPr>
              <a:t>design</a:t>
            </a:r>
            <a:r>
              <a:rPr sz="4400" dirty="0">
                <a:latin typeface="Calibri"/>
                <a:cs typeface="Calibri"/>
              </a:rPr>
              <a:t>	</a:t>
            </a:r>
            <a:r>
              <a:rPr sz="4400" spc="-25" dirty="0">
                <a:latin typeface="Calibri"/>
                <a:cs typeface="Calibri"/>
              </a:rPr>
              <a:t>and</a:t>
            </a:r>
            <a:r>
              <a:rPr sz="4400" dirty="0">
                <a:latin typeface="Calibri"/>
                <a:cs typeface="Calibri"/>
              </a:rPr>
              <a:t>	</a:t>
            </a:r>
            <a:r>
              <a:rPr sz="4400" spc="-10" dirty="0">
                <a:latin typeface="Calibri"/>
                <a:cs typeface="Calibri"/>
              </a:rPr>
              <a:t>develop</a:t>
            </a:r>
            <a:r>
              <a:rPr sz="4400" dirty="0">
                <a:latin typeface="Calibri"/>
                <a:cs typeface="Calibri"/>
              </a:rPr>
              <a:t>	</a:t>
            </a:r>
            <a:r>
              <a:rPr sz="4400" spc="-50" dirty="0">
                <a:latin typeface="Calibri"/>
                <a:cs typeface="Calibri"/>
              </a:rPr>
              <a:t>a</a:t>
            </a:r>
            <a:r>
              <a:rPr sz="4400" dirty="0">
                <a:latin typeface="Calibri"/>
                <a:cs typeface="Calibri"/>
              </a:rPr>
              <a:t>	</a:t>
            </a:r>
            <a:r>
              <a:rPr sz="4400" spc="-30" dirty="0">
                <a:latin typeface="Calibri"/>
                <a:cs typeface="Calibri"/>
              </a:rPr>
              <a:t>web-</a:t>
            </a:r>
            <a:r>
              <a:rPr sz="4400" spc="-10" dirty="0">
                <a:latin typeface="Calibri"/>
                <a:cs typeface="Calibri"/>
              </a:rPr>
              <a:t>based</a:t>
            </a:r>
            <a:r>
              <a:rPr sz="4400" dirty="0">
                <a:latin typeface="Calibri"/>
                <a:cs typeface="Calibri"/>
              </a:rPr>
              <a:t>	</a:t>
            </a:r>
            <a:r>
              <a:rPr sz="4400" spc="-10" dirty="0">
                <a:latin typeface="Calibri"/>
                <a:cs typeface="Calibri"/>
              </a:rPr>
              <a:t>Campus</a:t>
            </a:r>
            <a:r>
              <a:rPr sz="4400" dirty="0">
                <a:latin typeface="Calibri"/>
                <a:cs typeface="Calibri"/>
              </a:rPr>
              <a:t>	</a:t>
            </a:r>
            <a:r>
              <a:rPr sz="4400" spc="-30" dirty="0">
                <a:latin typeface="Calibri"/>
                <a:cs typeface="Calibri"/>
              </a:rPr>
              <a:t>Event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88794" y="2305253"/>
            <a:ext cx="14923769" cy="20389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Calibri"/>
                <a:cs typeface="Calibri"/>
              </a:rPr>
              <a:t>Management</a:t>
            </a:r>
            <a:r>
              <a:rPr sz="4400" spc="-10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System</a:t>
            </a:r>
            <a:r>
              <a:rPr sz="4400" spc="-10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with</a:t>
            </a:r>
            <a:r>
              <a:rPr sz="4400" spc="-6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student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and</a:t>
            </a:r>
            <a:r>
              <a:rPr sz="4400" spc="-6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admin</a:t>
            </a:r>
            <a:r>
              <a:rPr sz="4400" spc="-6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functionalities.</a:t>
            </a:r>
            <a:endParaRPr sz="4400">
              <a:latin typeface="Calibri"/>
              <a:cs typeface="Calibri"/>
            </a:endParaRPr>
          </a:p>
          <a:p>
            <a:pPr marL="584200" marR="5080" indent="-5715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84200" algn="l"/>
              </a:tabLst>
            </a:pPr>
            <a:r>
              <a:rPr sz="4400" dirty="0">
                <a:latin typeface="Calibri"/>
                <a:cs typeface="Calibri"/>
              </a:rPr>
              <a:t>To</a:t>
            </a:r>
            <a:r>
              <a:rPr sz="4400" spc="9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implement</a:t>
            </a:r>
            <a:r>
              <a:rPr sz="4400" spc="10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online</a:t>
            </a:r>
            <a:r>
              <a:rPr sz="4400" spc="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event</a:t>
            </a:r>
            <a:r>
              <a:rPr sz="4400" spc="10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creation,</a:t>
            </a:r>
            <a:r>
              <a:rPr sz="4400" spc="9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viewing,</a:t>
            </a:r>
            <a:r>
              <a:rPr sz="4400" spc="10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registration,</a:t>
            </a:r>
            <a:r>
              <a:rPr sz="4400" spc="90" dirty="0">
                <a:latin typeface="Calibri"/>
                <a:cs typeface="Calibri"/>
              </a:rPr>
              <a:t> </a:t>
            </a:r>
            <a:r>
              <a:rPr sz="4400" spc="-25" dirty="0">
                <a:latin typeface="Calibri"/>
                <a:cs typeface="Calibri"/>
              </a:rPr>
              <a:t>and </a:t>
            </a:r>
            <a:r>
              <a:rPr sz="4400" dirty="0">
                <a:latin typeface="Calibri"/>
                <a:cs typeface="Calibri"/>
              </a:rPr>
              <a:t>participant</a:t>
            </a:r>
            <a:r>
              <a:rPr sz="4400" spc="-245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management.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88794" y="4317314"/>
            <a:ext cx="14926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584200" algn="l"/>
              </a:tabLst>
            </a:pPr>
            <a:r>
              <a:rPr sz="4400" dirty="0">
                <a:latin typeface="Calibri"/>
                <a:cs typeface="Calibri"/>
              </a:rPr>
              <a:t>To</a:t>
            </a:r>
            <a:r>
              <a:rPr sz="4400" spc="85" dirty="0">
                <a:latin typeface="Calibri"/>
                <a:cs typeface="Calibri"/>
              </a:rPr>
              <a:t>  </a:t>
            </a:r>
            <a:r>
              <a:rPr sz="4400" dirty="0">
                <a:latin typeface="Calibri"/>
                <a:cs typeface="Calibri"/>
              </a:rPr>
              <a:t>reduce</a:t>
            </a:r>
            <a:r>
              <a:rPr sz="4400" spc="85" dirty="0">
                <a:latin typeface="Calibri"/>
                <a:cs typeface="Calibri"/>
              </a:rPr>
              <a:t>  </a:t>
            </a:r>
            <a:r>
              <a:rPr sz="4400" dirty="0">
                <a:latin typeface="Calibri"/>
                <a:cs typeface="Calibri"/>
              </a:rPr>
              <a:t>manual</a:t>
            </a:r>
            <a:r>
              <a:rPr sz="4400" spc="70" dirty="0">
                <a:latin typeface="Calibri"/>
                <a:cs typeface="Calibri"/>
              </a:rPr>
              <a:t>  </a:t>
            </a:r>
            <a:r>
              <a:rPr sz="4400" dirty="0">
                <a:latin typeface="Calibri"/>
                <a:cs typeface="Calibri"/>
              </a:rPr>
              <a:t>work</a:t>
            </a:r>
            <a:r>
              <a:rPr sz="4400" spc="90" dirty="0">
                <a:latin typeface="Calibri"/>
                <a:cs typeface="Calibri"/>
              </a:rPr>
              <a:t>  </a:t>
            </a:r>
            <a:r>
              <a:rPr sz="4400" dirty="0">
                <a:latin typeface="Calibri"/>
                <a:cs typeface="Calibri"/>
              </a:rPr>
              <a:t>and</a:t>
            </a:r>
            <a:r>
              <a:rPr sz="4400" spc="90" dirty="0">
                <a:latin typeface="Calibri"/>
                <a:cs typeface="Calibri"/>
              </a:rPr>
              <a:t>  </a:t>
            </a:r>
            <a:r>
              <a:rPr sz="4400" dirty="0">
                <a:latin typeface="Calibri"/>
                <a:cs typeface="Calibri"/>
              </a:rPr>
              <a:t>improve</a:t>
            </a:r>
            <a:r>
              <a:rPr sz="4400" spc="85" dirty="0">
                <a:latin typeface="Calibri"/>
                <a:cs typeface="Calibri"/>
              </a:rPr>
              <a:t>  </a:t>
            </a:r>
            <a:r>
              <a:rPr sz="4400" dirty="0">
                <a:latin typeface="Calibri"/>
                <a:cs typeface="Calibri"/>
              </a:rPr>
              <a:t>accuracy</a:t>
            </a:r>
            <a:r>
              <a:rPr sz="4400" spc="75" dirty="0">
                <a:latin typeface="Calibri"/>
                <a:cs typeface="Calibri"/>
              </a:rPr>
              <a:t>  </a:t>
            </a:r>
            <a:r>
              <a:rPr sz="4400" dirty="0">
                <a:latin typeface="Calibri"/>
                <a:cs typeface="Calibri"/>
              </a:rPr>
              <a:t>in</a:t>
            </a:r>
            <a:r>
              <a:rPr sz="4400" spc="95" dirty="0">
                <a:latin typeface="Calibri"/>
                <a:cs typeface="Calibri"/>
              </a:rPr>
              <a:t>  </a:t>
            </a:r>
            <a:r>
              <a:rPr sz="4400" spc="-10" dirty="0">
                <a:latin typeface="Calibri"/>
                <a:cs typeface="Calibri"/>
              </a:rPr>
              <a:t>handling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60294" y="4988432"/>
            <a:ext cx="43580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>
                <a:latin typeface="Calibri"/>
                <a:cs typeface="Calibri"/>
              </a:rPr>
              <a:t>event-</a:t>
            </a:r>
            <a:r>
              <a:rPr sz="4400" dirty="0">
                <a:latin typeface="Calibri"/>
                <a:cs typeface="Calibri"/>
              </a:rPr>
              <a:t>related</a:t>
            </a:r>
            <a:r>
              <a:rPr sz="4400" spc="-195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data.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8794" y="5658992"/>
            <a:ext cx="149256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584200" algn="l"/>
                <a:tab pos="1592580" algn="l"/>
                <a:tab pos="3810635" algn="l"/>
                <a:tab pos="4569460" algn="l"/>
                <a:tab pos="7960359" algn="l"/>
                <a:tab pos="10464800" algn="l"/>
                <a:tab pos="11604625" algn="l"/>
                <a:tab pos="14056994" algn="l"/>
              </a:tabLst>
            </a:pPr>
            <a:r>
              <a:rPr sz="4400" spc="-25" dirty="0">
                <a:latin typeface="Calibri"/>
                <a:cs typeface="Calibri"/>
              </a:rPr>
              <a:t>To</a:t>
            </a:r>
            <a:r>
              <a:rPr sz="4400" dirty="0">
                <a:latin typeface="Calibri"/>
                <a:cs typeface="Calibri"/>
              </a:rPr>
              <a:t>	</a:t>
            </a:r>
            <a:r>
              <a:rPr sz="4400" spc="-10" dirty="0">
                <a:latin typeface="Calibri"/>
                <a:cs typeface="Calibri"/>
              </a:rPr>
              <a:t>provide</a:t>
            </a:r>
            <a:r>
              <a:rPr sz="4400" dirty="0">
                <a:latin typeface="Calibri"/>
                <a:cs typeface="Calibri"/>
              </a:rPr>
              <a:t>	</a:t>
            </a:r>
            <a:r>
              <a:rPr sz="4400" spc="-50" dirty="0">
                <a:latin typeface="Calibri"/>
                <a:cs typeface="Calibri"/>
              </a:rPr>
              <a:t>a</a:t>
            </a:r>
            <a:r>
              <a:rPr sz="4400" dirty="0">
                <a:latin typeface="Calibri"/>
                <a:cs typeface="Calibri"/>
              </a:rPr>
              <a:t>	</a:t>
            </a:r>
            <a:r>
              <a:rPr sz="4400" spc="-20" dirty="0">
                <a:latin typeface="Calibri"/>
                <a:cs typeface="Calibri"/>
              </a:rPr>
              <a:t>user-</a:t>
            </a:r>
            <a:r>
              <a:rPr sz="4400" spc="-10" dirty="0">
                <a:latin typeface="Calibri"/>
                <a:cs typeface="Calibri"/>
              </a:rPr>
              <a:t>friendly</a:t>
            </a:r>
            <a:r>
              <a:rPr sz="4400" dirty="0">
                <a:latin typeface="Calibri"/>
                <a:cs typeface="Calibri"/>
              </a:rPr>
              <a:t>	</a:t>
            </a:r>
            <a:r>
              <a:rPr sz="4400" spc="-10" dirty="0">
                <a:latin typeface="Calibri"/>
                <a:cs typeface="Calibri"/>
              </a:rPr>
              <a:t>interface</a:t>
            </a:r>
            <a:r>
              <a:rPr sz="4400" dirty="0">
                <a:latin typeface="Calibri"/>
                <a:cs typeface="Calibri"/>
              </a:rPr>
              <a:t>	</a:t>
            </a:r>
            <a:r>
              <a:rPr sz="4400" spc="-25" dirty="0">
                <a:latin typeface="Calibri"/>
                <a:cs typeface="Calibri"/>
              </a:rPr>
              <a:t>for</a:t>
            </a:r>
            <a:r>
              <a:rPr sz="4400" dirty="0">
                <a:latin typeface="Calibri"/>
                <a:cs typeface="Calibri"/>
              </a:rPr>
              <a:t>	</a:t>
            </a:r>
            <a:r>
              <a:rPr sz="4400" spc="-10" dirty="0">
                <a:latin typeface="Calibri"/>
                <a:cs typeface="Calibri"/>
              </a:rPr>
              <a:t>students</a:t>
            </a:r>
            <a:r>
              <a:rPr sz="4400" dirty="0">
                <a:latin typeface="Calibri"/>
                <a:cs typeface="Calibri"/>
              </a:rPr>
              <a:t>	</a:t>
            </a:r>
            <a:r>
              <a:rPr sz="4400" spc="-25" dirty="0">
                <a:latin typeface="Calibri"/>
                <a:cs typeface="Calibri"/>
              </a:rPr>
              <a:t>and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60294" y="6329248"/>
            <a:ext cx="34575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>
                <a:latin typeface="Calibri"/>
                <a:cs typeface="Calibri"/>
              </a:rPr>
              <a:t>administrators.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3983354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6"/>
                </a:lnTo>
                <a:lnTo>
                  <a:pt x="313612" y="34691"/>
                </a:lnTo>
                <a:lnTo>
                  <a:pt x="272211" y="53337"/>
                </a:lnTo>
                <a:lnTo>
                  <a:pt x="232927" y="75556"/>
                </a:lnTo>
                <a:lnTo>
                  <a:pt x="195968" y="101139"/>
                </a:lnTo>
                <a:lnTo>
                  <a:pt x="161541" y="129879"/>
                </a:lnTo>
                <a:lnTo>
                  <a:pt x="129856" y="161566"/>
                </a:lnTo>
                <a:lnTo>
                  <a:pt x="101119" y="195993"/>
                </a:lnTo>
                <a:lnTo>
                  <a:pt x="75539" y="232950"/>
                </a:lnTo>
                <a:lnTo>
                  <a:pt x="53324" y="272231"/>
                </a:lnTo>
                <a:lnTo>
                  <a:pt x="34682" y="313627"/>
                </a:lnTo>
                <a:lnTo>
                  <a:pt x="19820" y="356928"/>
                </a:lnTo>
                <a:lnTo>
                  <a:pt x="8947" y="401928"/>
                </a:lnTo>
                <a:lnTo>
                  <a:pt x="2271" y="448418"/>
                </a:lnTo>
                <a:lnTo>
                  <a:pt x="0" y="496189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4" y="720228"/>
                </a:lnTo>
                <a:lnTo>
                  <a:pt x="75539" y="759519"/>
                </a:lnTo>
                <a:lnTo>
                  <a:pt x="101119" y="796486"/>
                </a:lnTo>
                <a:lnTo>
                  <a:pt x="129856" y="830919"/>
                </a:lnTo>
                <a:lnTo>
                  <a:pt x="161541" y="862612"/>
                </a:lnTo>
                <a:lnTo>
                  <a:pt x="195968" y="891356"/>
                </a:lnTo>
                <a:lnTo>
                  <a:pt x="232927" y="916942"/>
                </a:lnTo>
                <a:lnTo>
                  <a:pt x="272211" y="939163"/>
                </a:lnTo>
                <a:lnTo>
                  <a:pt x="313612" y="957811"/>
                </a:lnTo>
                <a:lnTo>
                  <a:pt x="356922" y="972677"/>
                </a:lnTo>
                <a:lnTo>
                  <a:pt x="401933" y="983554"/>
                </a:lnTo>
                <a:lnTo>
                  <a:pt x="448437" y="990232"/>
                </a:lnTo>
                <a:lnTo>
                  <a:pt x="496227" y="992505"/>
                </a:lnTo>
                <a:lnTo>
                  <a:pt x="544022" y="990232"/>
                </a:lnTo>
                <a:lnTo>
                  <a:pt x="590530" y="983554"/>
                </a:lnTo>
                <a:lnTo>
                  <a:pt x="635544" y="972677"/>
                </a:lnTo>
                <a:lnTo>
                  <a:pt x="678855" y="957811"/>
                </a:lnTo>
                <a:lnTo>
                  <a:pt x="720256" y="939163"/>
                </a:lnTo>
                <a:lnTo>
                  <a:pt x="759539" y="916942"/>
                </a:lnTo>
                <a:lnTo>
                  <a:pt x="796497" y="891356"/>
                </a:lnTo>
                <a:lnTo>
                  <a:pt x="830921" y="862612"/>
                </a:lnTo>
                <a:lnTo>
                  <a:pt x="862604" y="830919"/>
                </a:lnTo>
                <a:lnTo>
                  <a:pt x="891337" y="796486"/>
                </a:lnTo>
                <a:lnTo>
                  <a:pt x="916914" y="759519"/>
                </a:lnTo>
                <a:lnTo>
                  <a:pt x="939126" y="720228"/>
                </a:lnTo>
                <a:lnTo>
                  <a:pt x="957765" y="678821"/>
                </a:lnTo>
                <a:lnTo>
                  <a:pt x="972624" y="635505"/>
                </a:lnTo>
                <a:lnTo>
                  <a:pt x="983495" y="590489"/>
                </a:lnTo>
                <a:lnTo>
                  <a:pt x="990170" y="543981"/>
                </a:lnTo>
                <a:lnTo>
                  <a:pt x="992441" y="496189"/>
                </a:lnTo>
                <a:lnTo>
                  <a:pt x="990170" y="448418"/>
                </a:lnTo>
                <a:lnTo>
                  <a:pt x="983495" y="401928"/>
                </a:lnTo>
                <a:lnTo>
                  <a:pt x="972624" y="356928"/>
                </a:lnTo>
                <a:lnTo>
                  <a:pt x="957765" y="313627"/>
                </a:lnTo>
                <a:lnTo>
                  <a:pt x="939126" y="272231"/>
                </a:lnTo>
                <a:lnTo>
                  <a:pt x="916914" y="232950"/>
                </a:lnTo>
                <a:lnTo>
                  <a:pt x="891337" y="195993"/>
                </a:lnTo>
                <a:lnTo>
                  <a:pt x="862604" y="161566"/>
                </a:lnTo>
                <a:lnTo>
                  <a:pt x="830921" y="129879"/>
                </a:lnTo>
                <a:lnTo>
                  <a:pt x="796497" y="101139"/>
                </a:lnTo>
                <a:lnTo>
                  <a:pt x="759539" y="75556"/>
                </a:lnTo>
                <a:lnTo>
                  <a:pt x="720256" y="53337"/>
                </a:lnTo>
                <a:lnTo>
                  <a:pt x="678855" y="34691"/>
                </a:lnTo>
                <a:lnTo>
                  <a:pt x="635544" y="19826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30370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17032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1509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8755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83020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2680" y="7216520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6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288794" y="1639569"/>
            <a:ext cx="14568805" cy="5512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4200" marR="526415" indent="-5715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584200" algn="l"/>
              </a:tabLst>
            </a:pPr>
            <a:r>
              <a:rPr sz="4000" dirty="0">
                <a:latin typeface="Calibri"/>
                <a:cs typeface="Calibri"/>
              </a:rPr>
              <a:t>The</a:t>
            </a:r>
            <a:r>
              <a:rPr sz="4000" spc="-9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proposed</a:t>
            </a:r>
            <a:r>
              <a:rPr sz="4000" spc="-100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system</a:t>
            </a:r>
            <a:r>
              <a:rPr sz="4000" spc="-10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is</a:t>
            </a:r>
            <a:r>
              <a:rPr sz="4000" spc="-9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</a:t>
            </a:r>
            <a:r>
              <a:rPr sz="4000" spc="-100" dirty="0">
                <a:latin typeface="Calibri"/>
                <a:cs typeface="Calibri"/>
              </a:rPr>
              <a:t> </a:t>
            </a:r>
            <a:r>
              <a:rPr sz="4000" spc="-25" dirty="0">
                <a:latin typeface="Calibri"/>
                <a:cs typeface="Calibri"/>
              </a:rPr>
              <a:t>web-</a:t>
            </a:r>
            <a:r>
              <a:rPr sz="4000" dirty="0">
                <a:latin typeface="Calibri"/>
                <a:cs typeface="Calibri"/>
              </a:rPr>
              <a:t>based</a:t>
            </a:r>
            <a:r>
              <a:rPr sz="4000" spc="-9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Campus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Event</a:t>
            </a:r>
            <a:r>
              <a:rPr sz="4000" spc="-10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Management application.</a:t>
            </a:r>
            <a:endParaRPr sz="4000">
              <a:latin typeface="Calibri"/>
              <a:cs typeface="Calibri"/>
            </a:endParaRPr>
          </a:p>
          <a:p>
            <a:pPr marL="583565" indent="-5708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83565" algn="l"/>
              </a:tabLst>
            </a:pPr>
            <a:r>
              <a:rPr sz="4000" dirty="0">
                <a:latin typeface="Calibri"/>
                <a:cs typeface="Calibri"/>
              </a:rPr>
              <a:t>It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allows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admins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to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add,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update,</a:t>
            </a:r>
            <a:r>
              <a:rPr sz="4000" spc="-9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and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delete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event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details.</a:t>
            </a:r>
            <a:endParaRPr sz="4000">
              <a:latin typeface="Calibri"/>
              <a:cs typeface="Calibri"/>
            </a:endParaRPr>
          </a:p>
          <a:p>
            <a:pPr marL="583565" indent="-570865">
              <a:lnSpc>
                <a:spcPct val="100000"/>
              </a:lnSpc>
              <a:buFont typeface="Arial MT"/>
              <a:buChar char="•"/>
              <a:tabLst>
                <a:tab pos="583565" algn="l"/>
              </a:tabLst>
            </a:pPr>
            <a:r>
              <a:rPr sz="4000" dirty="0">
                <a:latin typeface="Calibri"/>
                <a:cs typeface="Calibri"/>
              </a:rPr>
              <a:t>Students</a:t>
            </a:r>
            <a:r>
              <a:rPr sz="4000" spc="-114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can</a:t>
            </a:r>
            <a:r>
              <a:rPr sz="4000" spc="-10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view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upcoming</a:t>
            </a:r>
            <a:r>
              <a:rPr sz="4000" spc="-9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events</a:t>
            </a:r>
            <a:r>
              <a:rPr sz="4000" spc="-10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and</a:t>
            </a:r>
            <a:r>
              <a:rPr sz="4000" spc="-10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register</a:t>
            </a:r>
            <a:r>
              <a:rPr sz="4000" spc="-10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for</a:t>
            </a:r>
            <a:r>
              <a:rPr sz="4000" spc="-9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them</a:t>
            </a:r>
            <a:r>
              <a:rPr sz="4000" spc="-10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easily.</a:t>
            </a:r>
            <a:endParaRPr sz="4000">
              <a:latin typeface="Calibri"/>
              <a:cs typeface="Calibri"/>
            </a:endParaRPr>
          </a:p>
          <a:p>
            <a:pPr marL="583565" indent="-570865">
              <a:lnSpc>
                <a:spcPct val="100000"/>
              </a:lnSpc>
              <a:buFont typeface="Arial MT"/>
              <a:buChar char="•"/>
              <a:tabLst>
                <a:tab pos="583565" algn="l"/>
              </a:tabLst>
            </a:pPr>
            <a:r>
              <a:rPr sz="4000" dirty="0">
                <a:latin typeface="Calibri"/>
                <a:cs typeface="Calibri"/>
              </a:rPr>
              <a:t>The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spc="-20" dirty="0">
                <a:latin typeface="Calibri"/>
                <a:cs typeface="Calibri"/>
              </a:rPr>
              <a:t>system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stores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all</a:t>
            </a:r>
            <a:r>
              <a:rPr sz="4000" spc="-10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event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and</a:t>
            </a:r>
            <a:r>
              <a:rPr sz="4000" spc="-90" dirty="0">
                <a:latin typeface="Calibri"/>
                <a:cs typeface="Calibri"/>
              </a:rPr>
              <a:t> </a:t>
            </a:r>
            <a:r>
              <a:rPr sz="4000" spc="-25" dirty="0">
                <a:latin typeface="Calibri"/>
                <a:cs typeface="Calibri"/>
              </a:rPr>
              <a:t>registration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data</a:t>
            </a:r>
            <a:r>
              <a:rPr sz="4000" spc="-10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in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database.</a:t>
            </a:r>
            <a:endParaRPr sz="4000">
              <a:latin typeface="Calibri"/>
              <a:cs typeface="Calibri"/>
            </a:endParaRPr>
          </a:p>
          <a:p>
            <a:pPr marL="583565" indent="-570865">
              <a:lnSpc>
                <a:spcPct val="100000"/>
              </a:lnSpc>
              <a:buFont typeface="Arial MT"/>
              <a:buChar char="•"/>
              <a:tabLst>
                <a:tab pos="583565" algn="l"/>
              </a:tabLst>
            </a:pPr>
            <a:r>
              <a:rPr sz="4000" dirty="0">
                <a:latin typeface="Calibri"/>
                <a:cs typeface="Calibri"/>
              </a:rPr>
              <a:t>It</a:t>
            </a:r>
            <a:r>
              <a:rPr sz="4000" spc="-5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reduces</a:t>
            </a:r>
            <a:r>
              <a:rPr sz="4000" spc="-6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paperwork</a:t>
            </a:r>
            <a:r>
              <a:rPr sz="4000" spc="-4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and</a:t>
            </a:r>
            <a:r>
              <a:rPr sz="4000" spc="-5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manual</a:t>
            </a:r>
            <a:r>
              <a:rPr sz="4000" spc="-4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errors.</a:t>
            </a:r>
            <a:endParaRPr sz="4000">
              <a:latin typeface="Calibri"/>
              <a:cs typeface="Calibri"/>
            </a:endParaRPr>
          </a:p>
          <a:p>
            <a:pPr marL="583565" indent="-570865">
              <a:lnSpc>
                <a:spcPct val="100000"/>
              </a:lnSpc>
              <a:buFont typeface="Arial MT"/>
              <a:buChar char="•"/>
              <a:tabLst>
                <a:tab pos="583565" algn="l"/>
              </a:tabLst>
            </a:pPr>
            <a:r>
              <a:rPr sz="4000" dirty="0">
                <a:latin typeface="Calibri"/>
                <a:cs typeface="Calibri"/>
              </a:rPr>
              <a:t>It</a:t>
            </a:r>
            <a:r>
              <a:rPr sz="4000" spc="-12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improves</a:t>
            </a:r>
            <a:r>
              <a:rPr sz="4000" spc="-12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communication</a:t>
            </a:r>
            <a:r>
              <a:rPr sz="4000" spc="-12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between</a:t>
            </a:r>
            <a:r>
              <a:rPr sz="4000" spc="-12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event</a:t>
            </a:r>
            <a:r>
              <a:rPr sz="4000" spc="-120" dirty="0">
                <a:latin typeface="Calibri"/>
                <a:cs typeface="Calibri"/>
              </a:rPr>
              <a:t> </a:t>
            </a:r>
            <a:r>
              <a:rPr sz="4000" spc="-25" dirty="0">
                <a:latin typeface="Calibri"/>
                <a:cs typeface="Calibri"/>
              </a:rPr>
              <a:t>organizers</a:t>
            </a:r>
            <a:r>
              <a:rPr sz="4000" spc="-12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and</a:t>
            </a:r>
            <a:r>
              <a:rPr sz="4000" spc="-12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students.</a:t>
            </a:r>
            <a:endParaRPr sz="4000">
              <a:latin typeface="Calibri"/>
              <a:cs typeface="Calibri"/>
            </a:endParaRPr>
          </a:p>
          <a:p>
            <a:pPr marL="584200" marR="866140" indent="-571500">
              <a:lnSpc>
                <a:spcPct val="100000"/>
              </a:lnSpc>
              <a:buFont typeface="Arial MT"/>
              <a:buChar char="•"/>
              <a:tabLst>
                <a:tab pos="584200" algn="l"/>
              </a:tabLst>
            </a:pPr>
            <a:r>
              <a:rPr sz="4000" dirty="0">
                <a:latin typeface="Calibri"/>
                <a:cs typeface="Calibri"/>
              </a:rPr>
              <a:t>It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is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spc="-65" dirty="0">
                <a:latin typeface="Calibri"/>
                <a:cs typeface="Calibri"/>
              </a:rPr>
              <a:t>faster, </a:t>
            </a:r>
            <a:r>
              <a:rPr sz="4000" dirty="0">
                <a:latin typeface="Calibri"/>
                <a:cs typeface="Calibri"/>
              </a:rPr>
              <a:t>more</a:t>
            </a:r>
            <a:r>
              <a:rPr sz="4000" spc="-6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efficient,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and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easier</a:t>
            </a:r>
            <a:r>
              <a:rPr sz="4000" spc="-6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to</a:t>
            </a:r>
            <a:r>
              <a:rPr sz="4000" spc="-7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manage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than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traditional methods.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465582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1"/>
                </a:lnTo>
                <a:lnTo>
                  <a:pt x="401933" y="8945"/>
                </a:lnTo>
                <a:lnTo>
                  <a:pt x="356922" y="19816"/>
                </a:lnTo>
                <a:lnTo>
                  <a:pt x="313612" y="34675"/>
                </a:lnTo>
                <a:lnTo>
                  <a:pt x="272211" y="53314"/>
                </a:lnTo>
                <a:lnTo>
                  <a:pt x="232927" y="75525"/>
                </a:lnTo>
                <a:lnTo>
                  <a:pt x="195968" y="101101"/>
                </a:lnTo>
                <a:lnTo>
                  <a:pt x="161541" y="129834"/>
                </a:lnTo>
                <a:lnTo>
                  <a:pt x="129856" y="161516"/>
                </a:lnTo>
                <a:lnTo>
                  <a:pt x="101119" y="195938"/>
                </a:lnTo>
                <a:lnTo>
                  <a:pt x="75539" y="232894"/>
                </a:lnTo>
                <a:lnTo>
                  <a:pt x="53324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4" y="720202"/>
                </a:lnTo>
                <a:lnTo>
                  <a:pt x="75539" y="759483"/>
                </a:lnTo>
                <a:lnTo>
                  <a:pt x="101119" y="796439"/>
                </a:lnTo>
                <a:lnTo>
                  <a:pt x="129856" y="830861"/>
                </a:lnTo>
                <a:lnTo>
                  <a:pt x="161541" y="862543"/>
                </a:lnTo>
                <a:lnTo>
                  <a:pt x="195968" y="891276"/>
                </a:lnTo>
                <a:lnTo>
                  <a:pt x="232927" y="916852"/>
                </a:lnTo>
                <a:lnTo>
                  <a:pt x="272211" y="939063"/>
                </a:lnTo>
                <a:lnTo>
                  <a:pt x="313612" y="957702"/>
                </a:lnTo>
                <a:lnTo>
                  <a:pt x="356922" y="972561"/>
                </a:lnTo>
                <a:lnTo>
                  <a:pt x="401933" y="983432"/>
                </a:lnTo>
                <a:lnTo>
                  <a:pt x="448437" y="990106"/>
                </a:lnTo>
                <a:lnTo>
                  <a:pt x="496227" y="992377"/>
                </a:lnTo>
                <a:lnTo>
                  <a:pt x="544022" y="990106"/>
                </a:lnTo>
                <a:lnTo>
                  <a:pt x="590530" y="983432"/>
                </a:lnTo>
                <a:lnTo>
                  <a:pt x="635544" y="972561"/>
                </a:lnTo>
                <a:lnTo>
                  <a:pt x="678855" y="957702"/>
                </a:lnTo>
                <a:lnTo>
                  <a:pt x="720256" y="939063"/>
                </a:lnTo>
                <a:lnTo>
                  <a:pt x="759539" y="916852"/>
                </a:lnTo>
                <a:lnTo>
                  <a:pt x="796497" y="891276"/>
                </a:lnTo>
                <a:lnTo>
                  <a:pt x="830921" y="862543"/>
                </a:lnTo>
                <a:lnTo>
                  <a:pt x="862604" y="830861"/>
                </a:lnTo>
                <a:lnTo>
                  <a:pt x="891337" y="796439"/>
                </a:lnTo>
                <a:lnTo>
                  <a:pt x="916914" y="759483"/>
                </a:lnTo>
                <a:lnTo>
                  <a:pt x="939126" y="720202"/>
                </a:lnTo>
                <a:lnTo>
                  <a:pt x="957765" y="678803"/>
                </a:lnTo>
                <a:lnTo>
                  <a:pt x="972624" y="635494"/>
                </a:lnTo>
                <a:lnTo>
                  <a:pt x="983495" y="590484"/>
                </a:lnTo>
                <a:lnTo>
                  <a:pt x="990170" y="543979"/>
                </a:lnTo>
                <a:lnTo>
                  <a:pt x="992441" y="496188"/>
                </a:lnTo>
                <a:lnTo>
                  <a:pt x="990170" y="448398"/>
                </a:lnTo>
                <a:lnTo>
                  <a:pt x="983495" y="401893"/>
                </a:lnTo>
                <a:lnTo>
                  <a:pt x="972624" y="356883"/>
                </a:lnTo>
                <a:lnTo>
                  <a:pt x="957765" y="313574"/>
                </a:lnTo>
                <a:lnTo>
                  <a:pt x="939126" y="272175"/>
                </a:lnTo>
                <a:lnTo>
                  <a:pt x="916914" y="232894"/>
                </a:lnTo>
                <a:lnTo>
                  <a:pt x="891337" y="195938"/>
                </a:lnTo>
                <a:lnTo>
                  <a:pt x="862604" y="161516"/>
                </a:lnTo>
                <a:lnTo>
                  <a:pt x="830921" y="129834"/>
                </a:lnTo>
                <a:lnTo>
                  <a:pt x="796497" y="101101"/>
                </a:lnTo>
                <a:lnTo>
                  <a:pt x="759539" y="75525"/>
                </a:lnTo>
                <a:lnTo>
                  <a:pt x="720256" y="53314"/>
                </a:lnTo>
                <a:lnTo>
                  <a:pt x="678855" y="34675"/>
                </a:lnTo>
                <a:lnTo>
                  <a:pt x="635544" y="19816"/>
                </a:lnTo>
                <a:lnTo>
                  <a:pt x="590530" y="8945"/>
                </a:lnTo>
                <a:lnTo>
                  <a:pt x="544022" y="2271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902834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332054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1509" y="1987169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3"/>
                </a:lnTo>
                <a:lnTo>
                  <a:pt x="15895" y="366745"/>
                </a:lnTo>
                <a:lnTo>
                  <a:pt x="34688" y="409085"/>
                </a:lnTo>
                <a:lnTo>
                  <a:pt x="59755" y="447017"/>
                </a:lnTo>
                <a:lnTo>
                  <a:pt x="90378" y="479772"/>
                </a:lnTo>
                <a:lnTo>
                  <a:pt x="125839" y="506584"/>
                </a:lnTo>
                <a:lnTo>
                  <a:pt x="165420" y="526685"/>
                </a:lnTo>
                <a:lnTo>
                  <a:pt x="208405" y="539308"/>
                </a:lnTo>
                <a:lnTo>
                  <a:pt x="254076" y="543686"/>
                </a:lnTo>
                <a:lnTo>
                  <a:pt x="299754" y="539308"/>
                </a:lnTo>
                <a:lnTo>
                  <a:pt x="342740" y="526685"/>
                </a:lnTo>
                <a:lnTo>
                  <a:pt x="382317" y="506584"/>
                </a:lnTo>
                <a:lnTo>
                  <a:pt x="417768" y="479772"/>
                </a:lnTo>
                <a:lnTo>
                  <a:pt x="448379" y="447017"/>
                </a:lnTo>
                <a:lnTo>
                  <a:pt x="473434" y="409085"/>
                </a:lnTo>
                <a:lnTo>
                  <a:pt x="492216" y="366745"/>
                </a:lnTo>
                <a:lnTo>
                  <a:pt x="504011" y="320763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1509" y="398818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1509" y="265290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19632" y="2109597"/>
            <a:ext cx="170815" cy="228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1509" y="643039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1509" y="5764529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1509" y="708850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1509" y="77561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79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6"/>
                </a:lnTo>
                <a:lnTo>
                  <a:pt x="299754" y="539308"/>
                </a:lnTo>
                <a:lnTo>
                  <a:pt x="342740" y="526683"/>
                </a:lnTo>
                <a:lnTo>
                  <a:pt x="382317" y="506579"/>
                </a:lnTo>
                <a:lnTo>
                  <a:pt x="417768" y="479761"/>
                </a:lnTo>
                <a:lnTo>
                  <a:pt x="448379" y="446995"/>
                </a:lnTo>
                <a:lnTo>
                  <a:pt x="473434" y="409048"/>
                </a:lnTo>
                <a:lnTo>
                  <a:pt x="492216" y="366685"/>
                </a:lnTo>
                <a:lnTo>
                  <a:pt x="504011" y="320674"/>
                </a:lnTo>
                <a:lnTo>
                  <a:pt x="508101" y="271779"/>
                </a:lnTo>
                <a:lnTo>
                  <a:pt x="504011" y="222923"/>
                </a:lnTo>
                <a:lnTo>
                  <a:pt x="492216" y="176941"/>
                </a:lnTo>
                <a:lnTo>
                  <a:pt x="473434" y="134601"/>
                </a:lnTo>
                <a:lnTo>
                  <a:pt x="448379" y="96669"/>
                </a:lnTo>
                <a:lnTo>
                  <a:pt x="417768" y="63914"/>
                </a:lnTo>
                <a:lnTo>
                  <a:pt x="382317" y="37102"/>
                </a:lnTo>
                <a:lnTo>
                  <a:pt x="342740" y="17001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2680" y="5887592"/>
            <a:ext cx="165735" cy="2277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35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28B129F-602B-DF60-3AED-119DEC709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218" y="1362075"/>
            <a:ext cx="14379982" cy="84296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531863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65775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7734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45844" y="2105024"/>
            <a:ext cx="170815" cy="295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7734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4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6548755"/>
            <a:ext cx="165735" cy="162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17" name="AutoShape 2" descr="Campus event management system flowchart">
            <a:extLst>
              <a:ext uri="{FF2B5EF4-FFF2-40B4-BE49-F238E27FC236}">
                <a16:creationId xmlns:a16="http://schemas.microsoft.com/office/drawing/2014/main" id="{2BF27D8B-D422-6A69-E673-7CC5C71ADB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7ADB791-26AF-9514-D332-C3CB6A8FA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335" y="1298575"/>
            <a:ext cx="15807665" cy="853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597687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2"/>
                </a:lnTo>
                <a:lnTo>
                  <a:pt x="401942" y="8950"/>
                </a:lnTo>
                <a:lnTo>
                  <a:pt x="356929" y="19827"/>
                </a:lnTo>
                <a:lnTo>
                  <a:pt x="313618" y="34693"/>
                </a:lnTo>
                <a:lnTo>
                  <a:pt x="272216" y="53341"/>
                </a:lnTo>
                <a:lnTo>
                  <a:pt x="232930" y="75562"/>
                </a:lnTo>
                <a:lnTo>
                  <a:pt x="195970" y="101148"/>
                </a:lnTo>
                <a:lnTo>
                  <a:pt x="161543" y="129892"/>
                </a:lnTo>
                <a:lnTo>
                  <a:pt x="129857" y="161585"/>
                </a:lnTo>
                <a:lnTo>
                  <a:pt x="101120" y="196018"/>
                </a:lnTo>
                <a:lnTo>
                  <a:pt x="75540" y="232985"/>
                </a:lnTo>
                <a:lnTo>
                  <a:pt x="53325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5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5" y="720329"/>
                </a:lnTo>
                <a:lnTo>
                  <a:pt x="75540" y="759610"/>
                </a:lnTo>
                <a:lnTo>
                  <a:pt x="101120" y="796566"/>
                </a:lnTo>
                <a:lnTo>
                  <a:pt x="129857" y="830988"/>
                </a:lnTo>
                <a:lnTo>
                  <a:pt x="161543" y="862670"/>
                </a:lnTo>
                <a:lnTo>
                  <a:pt x="195970" y="891403"/>
                </a:lnTo>
                <a:lnTo>
                  <a:pt x="232930" y="916979"/>
                </a:lnTo>
                <a:lnTo>
                  <a:pt x="272216" y="939190"/>
                </a:lnTo>
                <a:lnTo>
                  <a:pt x="313618" y="957829"/>
                </a:lnTo>
                <a:lnTo>
                  <a:pt x="356929" y="972688"/>
                </a:lnTo>
                <a:lnTo>
                  <a:pt x="401942" y="983559"/>
                </a:lnTo>
                <a:lnTo>
                  <a:pt x="448448" y="990233"/>
                </a:lnTo>
                <a:lnTo>
                  <a:pt x="496239" y="992504"/>
                </a:lnTo>
                <a:lnTo>
                  <a:pt x="544023" y="990233"/>
                </a:lnTo>
                <a:lnTo>
                  <a:pt x="590524" y="983559"/>
                </a:lnTo>
                <a:lnTo>
                  <a:pt x="635533" y="972688"/>
                </a:lnTo>
                <a:lnTo>
                  <a:pt x="678843" y="957829"/>
                </a:lnTo>
                <a:lnTo>
                  <a:pt x="720246" y="939190"/>
                </a:lnTo>
                <a:lnTo>
                  <a:pt x="759533" y="916979"/>
                </a:lnTo>
                <a:lnTo>
                  <a:pt x="796496" y="891403"/>
                </a:lnTo>
                <a:lnTo>
                  <a:pt x="830927" y="862670"/>
                </a:lnTo>
                <a:lnTo>
                  <a:pt x="862617" y="830988"/>
                </a:lnTo>
                <a:lnTo>
                  <a:pt x="891359" y="796566"/>
                </a:lnTo>
                <a:lnTo>
                  <a:pt x="916944" y="759610"/>
                </a:lnTo>
                <a:lnTo>
                  <a:pt x="939165" y="720329"/>
                </a:lnTo>
                <a:lnTo>
                  <a:pt x="957812" y="678930"/>
                </a:lnTo>
                <a:lnTo>
                  <a:pt x="972678" y="635621"/>
                </a:lnTo>
                <a:lnTo>
                  <a:pt x="983554" y="590611"/>
                </a:lnTo>
                <a:lnTo>
                  <a:pt x="990232" y="544106"/>
                </a:lnTo>
                <a:lnTo>
                  <a:pt x="992504" y="496315"/>
                </a:lnTo>
                <a:lnTo>
                  <a:pt x="990232" y="448523"/>
                </a:lnTo>
                <a:lnTo>
                  <a:pt x="983554" y="402015"/>
                </a:lnTo>
                <a:lnTo>
                  <a:pt x="972678" y="356999"/>
                </a:lnTo>
                <a:lnTo>
                  <a:pt x="957812" y="313683"/>
                </a:lnTo>
                <a:lnTo>
                  <a:pt x="939165" y="272276"/>
                </a:lnTo>
                <a:lnTo>
                  <a:pt x="916944" y="232985"/>
                </a:lnTo>
                <a:lnTo>
                  <a:pt x="891359" y="196018"/>
                </a:lnTo>
                <a:lnTo>
                  <a:pt x="862617" y="161585"/>
                </a:lnTo>
                <a:lnTo>
                  <a:pt x="830927" y="129892"/>
                </a:lnTo>
                <a:lnTo>
                  <a:pt x="796496" y="101148"/>
                </a:lnTo>
                <a:lnTo>
                  <a:pt x="759533" y="75562"/>
                </a:lnTo>
                <a:lnTo>
                  <a:pt x="720246" y="53341"/>
                </a:lnTo>
                <a:lnTo>
                  <a:pt x="678843" y="34693"/>
                </a:lnTo>
                <a:lnTo>
                  <a:pt x="635533" y="19827"/>
                </a:lnTo>
                <a:lnTo>
                  <a:pt x="590524" y="8950"/>
                </a:lnTo>
                <a:lnTo>
                  <a:pt x="544023" y="2272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24142"/>
            <a:ext cx="2298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4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48892" y="7216520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70" dirty="0"/>
              <a:t> </a:t>
            </a:r>
            <a:r>
              <a:rPr spc="-20" dirty="0"/>
              <a:t>USED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288794" y="1634998"/>
            <a:ext cx="14250669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84200" algn="l"/>
              </a:tabLst>
            </a:pPr>
            <a:r>
              <a:rPr sz="4400" spc="-10" dirty="0">
                <a:latin typeface="Calibri"/>
                <a:cs typeface="Calibri"/>
              </a:rPr>
              <a:t>Frontend: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HTML5</a:t>
            </a:r>
            <a:r>
              <a:rPr sz="4400" spc="-5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,</a:t>
            </a:r>
            <a:r>
              <a:rPr sz="4400" spc="-5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CSS3</a:t>
            </a:r>
            <a:r>
              <a:rPr sz="4400" spc="-5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,</a:t>
            </a:r>
            <a:r>
              <a:rPr sz="4400" spc="-5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Bootstrap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,</a:t>
            </a:r>
            <a:r>
              <a:rPr sz="4400" spc="-45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Thymeleaf</a:t>
            </a:r>
            <a:endParaRPr sz="4400">
              <a:latin typeface="Calibri"/>
              <a:cs typeface="Calibri"/>
            </a:endParaRPr>
          </a:p>
          <a:p>
            <a:pPr marL="584200" indent="-571500">
              <a:lnSpc>
                <a:spcPct val="100000"/>
              </a:lnSpc>
              <a:buFont typeface="Arial MT"/>
              <a:buChar char="•"/>
              <a:tabLst>
                <a:tab pos="584200" algn="l"/>
              </a:tabLst>
            </a:pPr>
            <a:r>
              <a:rPr sz="4400" dirty="0">
                <a:latin typeface="Calibri"/>
                <a:cs typeface="Calibri"/>
              </a:rPr>
              <a:t>Backend: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Java</a:t>
            </a:r>
            <a:r>
              <a:rPr sz="4400" spc="-5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,</a:t>
            </a:r>
            <a:r>
              <a:rPr sz="4400" spc="-6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Spring</a:t>
            </a:r>
            <a:r>
              <a:rPr sz="4400" spc="-6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Boot</a:t>
            </a:r>
            <a:r>
              <a:rPr sz="4400" spc="-5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,</a:t>
            </a:r>
            <a:r>
              <a:rPr sz="4400" spc="-6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Spring</a:t>
            </a:r>
            <a:r>
              <a:rPr sz="4400" spc="-5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MVC</a:t>
            </a:r>
            <a:r>
              <a:rPr sz="4400" spc="-6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,</a:t>
            </a:r>
            <a:r>
              <a:rPr sz="4400" spc="-6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Spring</a:t>
            </a:r>
            <a:r>
              <a:rPr sz="4400" spc="-5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Data</a:t>
            </a:r>
            <a:r>
              <a:rPr sz="4400" spc="-60" dirty="0">
                <a:latin typeface="Calibri"/>
                <a:cs typeface="Calibri"/>
              </a:rPr>
              <a:t> </a:t>
            </a:r>
            <a:r>
              <a:rPr sz="4400" spc="-25" dirty="0">
                <a:latin typeface="Calibri"/>
                <a:cs typeface="Calibri"/>
              </a:rPr>
              <a:t>JPA</a:t>
            </a:r>
            <a:endParaRPr sz="4400">
              <a:latin typeface="Calibri"/>
              <a:cs typeface="Calibri"/>
            </a:endParaRPr>
          </a:p>
          <a:p>
            <a:pPr marL="584200" indent="-5715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84200" algn="l"/>
              </a:tabLst>
            </a:pPr>
            <a:r>
              <a:rPr sz="4400" dirty="0">
                <a:latin typeface="Calibri"/>
                <a:cs typeface="Calibri"/>
              </a:rPr>
              <a:t>Database:</a:t>
            </a:r>
            <a:r>
              <a:rPr sz="4400" spc="-245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MySQL</a:t>
            </a:r>
            <a:endParaRPr sz="4400">
              <a:latin typeface="Calibri"/>
              <a:cs typeface="Calibri"/>
            </a:endParaRPr>
          </a:p>
          <a:p>
            <a:pPr marL="584200" indent="-571500">
              <a:lnSpc>
                <a:spcPct val="100000"/>
              </a:lnSpc>
              <a:buFont typeface="Arial MT"/>
              <a:buChar char="•"/>
              <a:tabLst>
                <a:tab pos="584200" algn="l"/>
              </a:tabLst>
            </a:pPr>
            <a:r>
              <a:rPr sz="4400" spc="-50" dirty="0">
                <a:latin typeface="Calibri"/>
                <a:cs typeface="Calibri"/>
              </a:rPr>
              <a:t>Tools:</a:t>
            </a:r>
            <a:r>
              <a:rPr sz="4400" spc="-10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Spring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Initializr</a:t>
            </a:r>
            <a:r>
              <a:rPr sz="4400" spc="-7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,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Eclipse</a:t>
            </a:r>
            <a:r>
              <a:rPr sz="4400" spc="-9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IDE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,</a:t>
            </a:r>
            <a:r>
              <a:rPr sz="4400" spc="-9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MySQL</a:t>
            </a:r>
            <a:r>
              <a:rPr sz="4400" spc="-10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Workbench</a:t>
            </a:r>
            <a:endParaRPr sz="4400">
              <a:latin typeface="Calibri"/>
              <a:cs typeface="Calibri"/>
            </a:endParaRPr>
          </a:p>
          <a:p>
            <a:pPr marL="584200" marR="5080" indent="-571500">
              <a:lnSpc>
                <a:spcPct val="100000"/>
              </a:lnSpc>
              <a:buFont typeface="Arial MT"/>
              <a:buChar char="•"/>
              <a:tabLst>
                <a:tab pos="584200" algn="l"/>
              </a:tabLst>
            </a:pPr>
            <a:r>
              <a:rPr sz="4400" spc="-10" dirty="0">
                <a:latin typeface="Calibri"/>
                <a:cs typeface="Calibri"/>
              </a:rPr>
              <a:t>Hardware/Software</a:t>
            </a:r>
            <a:r>
              <a:rPr sz="4400" spc="-10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Requirements:</a:t>
            </a:r>
            <a:r>
              <a:rPr sz="4400" spc="-12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Windows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,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Java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26</a:t>
            </a:r>
            <a:r>
              <a:rPr sz="4400" spc="-9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,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spc="-25" dirty="0">
                <a:latin typeface="Calibri"/>
                <a:cs typeface="Calibri"/>
              </a:rPr>
              <a:t>Web </a:t>
            </a:r>
            <a:r>
              <a:rPr sz="4400" dirty="0">
                <a:latin typeface="Calibri"/>
                <a:cs typeface="Calibri"/>
              </a:rPr>
              <a:t>Browser</a:t>
            </a:r>
            <a:r>
              <a:rPr sz="4400" spc="-10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,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MySQL</a:t>
            </a:r>
            <a:r>
              <a:rPr sz="4400" spc="-95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Server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878" y="6901433"/>
            <a:ext cx="241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40" dirty="0"/>
              <a:t> </a:t>
            </a:r>
            <a:r>
              <a:rPr dirty="0"/>
              <a:t>1:</a:t>
            </a:r>
            <a:r>
              <a:rPr spc="-20" dirty="0"/>
              <a:t> </a:t>
            </a:r>
            <a:r>
              <a:rPr dirty="0"/>
              <a:t>User</a:t>
            </a:r>
            <a:r>
              <a:rPr spc="-30" dirty="0"/>
              <a:t> </a:t>
            </a:r>
            <a:r>
              <a:rPr spc="-10" dirty="0"/>
              <a:t>Management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Calibri"/>
                <a:cs typeface="Calibri"/>
              </a:rPr>
              <a:t>Handles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student/admin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registration,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login,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profile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management.</a:t>
            </a:r>
          </a:p>
          <a:p>
            <a:pPr marL="12700">
              <a:lnSpc>
                <a:spcPct val="100000"/>
              </a:lnSpc>
            </a:pPr>
            <a:r>
              <a:rPr dirty="0"/>
              <a:t>Module</a:t>
            </a:r>
            <a:r>
              <a:rPr spc="-85" dirty="0"/>
              <a:t> </a:t>
            </a:r>
            <a:r>
              <a:rPr dirty="0"/>
              <a:t>2:</a:t>
            </a:r>
            <a:r>
              <a:rPr spc="-70" dirty="0"/>
              <a:t> </a:t>
            </a:r>
            <a:r>
              <a:rPr dirty="0"/>
              <a:t>Event</a:t>
            </a:r>
            <a:r>
              <a:rPr spc="-80" dirty="0"/>
              <a:t> </a:t>
            </a:r>
            <a:r>
              <a:rPr spc="-10" dirty="0"/>
              <a:t>Management</a:t>
            </a:r>
          </a:p>
          <a:p>
            <a:pPr marL="12700">
              <a:lnSpc>
                <a:spcPct val="100000"/>
              </a:lnSpc>
            </a:pPr>
            <a:r>
              <a:rPr b="0" dirty="0">
                <a:latin typeface="Calibri"/>
                <a:cs typeface="Calibri"/>
              </a:rPr>
              <a:t>Allows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admin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to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create,</a:t>
            </a:r>
            <a:r>
              <a:rPr b="0" spc="-1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update,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delete,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manage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campus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events.</a:t>
            </a:r>
          </a:p>
          <a:p>
            <a:pPr marL="12700">
              <a:lnSpc>
                <a:spcPct val="100000"/>
              </a:lnSpc>
            </a:pPr>
            <a:r>
              <a:rPr dirty="0"/>
              <a:t>Module</a:t>
            </a:r>
            <a:r>
              <a:rPr spc="-85" dirty="0"/>
              <a:t> </a:t>
            </a:r>
            <a:r>
              <a:rPr dirty="0"/>
              <a:t>3:</a:t>
            </a:r>
            <a:r>
              <a:rPr spc="-70" dirty="0"/>
              <a:t> </a:t>
            </a:r>
            <a:r>
              <a:rPr dirty="0"/>
              <a:t>Event</a:t>
            </a:r>
            <a:r>
              <a:rPr spc="-85" dirty="0"/>
              <a:t> </a:t>
            </a:r>
            <a:r>
              <a:rPr spc="-10" dirty="0"/>
              <a:t>Viewing</a:t>
            </a:r>
          </a:p>
          <a:p>
            <a:pPr marL="12700">
              <a:lnSpc>
                <a:spcPct val="100000"/>
              </a:lnSpc>
            </a:pPr>
            <a:r>
              <a:rPr b="0" spc="-10" dirty="0">
                <a:latin typeface="Calibri"/>
                <a:cs typeface="Calibri"/>
              </a:rPr>
              <a:t>Displays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upcoming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events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details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such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as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title,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description,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date,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venue,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capacity.</a:t>
            </a:r>
          </a:p>
          <a:p>
            <a:pPr marL="12700">
              <a:lnSpc>
                <a:spcPct val="100000"/>
              </a:lnSpc>
            </a:pPr>
            <a:r>
              <a:rPr dirty="0"/>
              <a:t>Module</a:t>
            </a:r>
            <a:r>
              <a:rPr spc="-85" dirty="0"/>
              <a:t> </a:t>
            </a:r>
            <a:r>
              <a:rPr dirty="0"/>
              <a:t>4:</a:t>
            </a:r>
            <a:r>
              <a:rPr spc="-70" dirty="0"/>
              <a:t> </a:t>
            </a:r>
            <a:r>
              <a:rPr dirty="0"/>
              <a:t>Event</a:t>
            </a:r>
            <a:r>
              <a:rPr spc="-80" dirty="0"/>
              <a:t> </a:t>
            </a:r>
            <a:r>
              <a:rPr spc="-10" dirty="0"/>
              <a:t>Registration</a:t>
            </a:r>
          </a:p>
          <a:p>
            <a:pPr marL="12700" marR="1148080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Calibri"/>
                <a:cs typeface="Calibri"/>
              </a:rPr>
              <a:t>Allows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students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to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register</a:t>
            </a:r>
            <a:r>
              <a:rPr b="0" spc="-114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for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available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events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stores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registration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details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the </a:t>
            </a:r>
            <a:r>
              <a:rPr b="0" spc="-10" dirty="0">
                <a:latin typeface="Calibri"/>
                <a:cs typeface="Calibri"/>
              </a:rPr>
              <a:t>database.</a:t>
            </a:r>
          </a:p>
          <a:p>
            <a:pPr marL="12700">
              <a:lnSpc>
                <a:spcPct val="100000"/>
              </a:lnSpc>
            </a:pPr>
            <a:r>
              <a:rPr dirty="0"/>
              <a:t>Module</a:t>
            </a:r>
            <a:r>
              <a:rPr spc="-70" dirty="0"/>
              <a:t> </a:t>
            </a:r>
            <a:r>
              <a:rPr dirty="0"/>
              <a:t>5:</a:t>
            </a:r>
            <a:r>
              <a:rPr spc="-55" dirty="0"/>
              <a:t> </a:t>
            </a:r>
            <a:r>
              <a:rPr dirty="0"/>
              <a:t>Participant</a:t>
            </a:r>
            <a:r>
              <a:rPr spc="-90" dirty="0"/>
              <a:t> </a:t>
            </a:r>
            <a:r>
              <a:rPr spc="-10" dirty="0"/>
              <a:t>Management</a:t>
            </a:r>
          </a:p>
          <a:p>
            <a:pPr marL="12700">
              <a:lnSpc>
                <a:spcPct val="100000"/>
              </a:lnSpc>
            </a:pPr>
            <a:r>
              <a:rPr b="0" dirty="0">
                <a:latin typeface="Calibri"/>
                <a:cs typeface="Calibri"/>
              </a:rPr>
              <a:t>Allows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admin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to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view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registered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students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for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each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event.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2070" y="2105024"/>
            <a:ext cx="217804" cy="606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24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F3C4FAF-35C3-944B-EC1E-8C0F97BE8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150" y="1485899"/>
            <a:ext cx="16314941" cy="81445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67562" y="2105024"/>
            <a:ext cx="727075" cy="606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24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36E1B6A-E286-6108-AB94-A4CA9AED3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841063"/>
            <a:ext cx="8601553" cy="69551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76706" y="2105024"/>
            <a:ext cx="704850" cy="606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24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58EB50F-FBFD-2983-ECCB-D82EAA5C5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714500"/>
            <a:ext cx="14554200" cy="7649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73658" y="2105024"/>
            <a:ext cx="711835" cy="606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24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7D1A363-CD43-DC47-9005-B5D4542DA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257299"/>
            <a:ext cx="14097000" cy="81682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6830" y="7568641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77734" y="665391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50416" y="6776669"/>
            <a:ext cx="161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6640">
              <a:lnSpc>
                <a:spcPct val="100000"/>
              </a:lnSpc>
              <a:spcBef>
                <a:spcPts val="100"/>
              </a:spcBef>
            </a:pPr>
            <a:r>
              <a:rPr dirty="0"/>
              <a:t>AD</a:t>
            </a:r>
            <a:r>
              <a:rPr spc="-610" dirty="0"/>
              <a:t>V</a:t>
            </a:r>
            <a:r>
              <a:rPr spc="5" dirty="0"/>
              <a:t>AN</a:t>
            </a:r>
            <a:r>
              <a:rPr spc="-345" dirty="0"/>
              <a:t>T</a:t>
            </a:r>
            <a:r>
              <a:rPr dirty="0"/>
              <a:t>A</a:t>
            </a:r>
            <a:r>
              <a:rPr spc="-5" dirty="0"/>
              <a:t>GE</a:t>
            </a:r>
            <a:r>
              <a:rPr spc="5" dirty="0"/>
              <a:t>S</a:t>
            </a:r>
            <a:r>
              <a:rPr spc="-95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45" dirty="0"/>
              <a:t>LIMITATIONS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ADVANTAGES</a:t>
            </a: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b="0" dirty="0">
                <a:latin typeface="Calibri"/>
                <a:cs typeface="Calibri"/>
              </a:rPr>
              <a:t>Reduces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manual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paperwork</a:t>
            </a:r>
          </a:p>
          <a:p>
            <a:pPr marL="355600" marR="125222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b="0" dirty="0">
                <a:latin typeface="Calibri"/>
                <a:cs typeface="Calibri"/>
              </a:rPr>
              <a:t>Easy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event</a:t>
            </a:r>
            <a:r>
              <a:rPr b="0" spc="-1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creation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and </a:t>
            </a:r>
            <a:r>
              <a:rPr b="0" spc="-10" dirty="0">
                <a:latin typeface="Calibri"/>
                <a:cs typeface="Calibri"/>
              </a:rPr>
              <a:t>management</a:t>
            </a:r>
          </a:p>
          <a:p>
            <a:pPr marL="355600" marR="92329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b="0" dirty="0">
                <a:latin typeface="Calibri"/>
                <a:cs typeface="Calibri"/>
              </a:rPr>
              <a:t>Fast</a:t>
            </a:r>
            <a:r>
              <a:rPr b="0" spc="-1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accurate</a:t>
            </a:r>
            <a:r>
              <a:rPr b="0" spc="-1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student registration</a:t>
            </a: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b="0" spc="-20" dirty="0">
                <a:latin typeface="Calibri"/>
                <a:cs typeface="Calibri"/>
              </a:rPr>
              <a:t>Centralized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database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storage</a:t>
            </a:r>
          </a:p>
          <a:p>
            <a:pPr marL="354330" marR="5080" indent="-34163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b="0" dirty="0">
                <a:latin typeface="Calibri"/>
                <a:cs typeface="Calibri"/>
              </a:rPr>
              <a:t>Easy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access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for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both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admin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and 	</a:t>
            </a:r>
            <a:r>
              <a:rPr b="0" spc="-10" dirty="0">
                <a:latin typeface="Calibri"/>
                <a:cs typeface="Calibri"/>
              </a:rPr>
              <a:t>students</a:t>
            </a:r>
          </a:p>
          <a:p>
            <a:pPr marL="355600" marR="413384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b="0" dirty="0">
                <a:latin typeface="Calibri"/>
                <a:cs typeface="Calibri"/>
              </a:rPr>
              <a:t>Scalable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for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multiple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campus events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680829" y="2655823"/>
            <a:ext cx="665035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b="1" spc="-10" dirty="0">
                <a:latin typeface="Calibri"/>
                <a:cs typeface="Calibri"/>
              </a:rPr>
              <a:t>LIMITATIONS</a:t>
            </a:r>
            <a:endParaRPr sz="32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3200" dirty="0">
                <a:latin typeface="Calibri"/>
                <a:cs typeface="Calibri"/>
              </a:rPr>
              <a:t>Requires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internet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connection</a:t>
            </a:r>
            <a:endParaRPr sz="3200">
              <a:latin typeface="Calibri"/>
              <a:cs typeface="Calibri"/>
            </a:endParaRPr>
          </a:p>
          <a:p>
            <a:pPr marL="469900" marR="28575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Calibri"/>
                <a:cs typeface="Calibri"/>
              </a:rPr>
              <a:t>Needs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proper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login/security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real </a:t>
            </a:r>
            <a:r>
              <a:rPr sz="3200" spc="-10" dirty="0">
                <a:latin typeface="Calibri"/>
                <a:cs typeface="Calibri"/>
              </a:rPr>
              <a:t>deployment</a:t>
            </a:r>
            <a:endParaRPr sz="3200">
              <a:latin typeface="Calibri"/>
              <a:cs typeface="Calibri"/>
            </a:endParaRPr>
          </a:p>
          <a:p>
            <a:pPr marL="469900" marR="71882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Calibri"/>
                <a:cs typeface="Calibri"/>
              </a:rPr>
              <a:t>Limited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registered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inside system</a:t>
            </a:r>
            <a:endParaRPr sz="32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200" dirty="0">
                <a:latin typeface="Calibri"/>
                <a:cs typeface="Calibri"/>
              </a:rPr>
              <a:t>Additional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features</a:t>
            </a:r>
            <a:r>
              <a:rPr sz="3200" spc="-1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like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email </a:t>
            </a:r>
            <a:r>
              <a:rPr sz="3200" dirty="0">
                <a:latin typeface="Calibri"/>
                <a:cs typeface="Calibri"/>
              </a:rPr>
              <a:t>notifications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included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basic version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1396" y="4019803"/>
            <a:ext cx="7397750" cy="172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150" i="1" spc="195" dirty="0">
                <a:solidFill>
                  <a:srgbClr val="181818"/>
                </a:solidFill>
                <a:latin typeface="Trebuchet MS"/>
                <a:cs typeface="Trebuchet MS"/>
              </a:rPr>
              <a:t>Thank</a:t>
            </a:r>
            <a:r>
              <a:rPr sz="11150" i="1" spc="-10" dirty="0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sz="11150" i="1" spc="600" dirty="0">
                <a:solidFill>
                  <a:srgbClr val="181818"/>
                </a:solidFill>
                <a:latin typeface="Trebuchet MS"/>
                <a:cs typeface="Trebuchet MS"/>
              </a:rPr>
              <a:t>you</a:t>
            </a:r>
            <a:endParaRPr sz="111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792</Words>
  <Application>Microsoft Office PowerPoint</Application>
  <PresentationFormat>Custom</PresentationFormat>
  <Paragraphs>245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Black</vt:lpstr>
      <vt:lpstr>Arial MT</vt:lpstr>
      <vt:lpstr>Calibri</vt:lpstr>
      <vt:lpstr>Cambria</vt:lpstr>
      <vt:lpstr>Tahoma</vt:lpstr>
      <vt:lpstr>Times New Roman</vt:lpstr>
      <vt:lpstr>Trebuchet MS</vt:lpstr>
      <vt:lpstr>Office Theme</vt:lpstr>
      <vt:lpstr>School of Computing</vt:lpstr>
      <vt:lpstr>INTRODUCTION</vt:lpstr>
      <vt:lpstr>PROBLEM STATEMENT</vt:lpstr>
      <vt:lpstr>OBJECTIVE(S)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Tabbasum Syed</dc:creator>
  <cp:lastModifiedBy>vishnu sravan</cp:lastModifiedBy>
  <cp:revision>2</cp:revision>
  <dcterms:created xsi:type="dcterms:W3CDTF">2026-04-21T03:47:52Z</dcterms:created>
  <dcterms:modified xsi:type="dcterms:W3CDTF">2026-04-21T05:10:38Z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2026-04-20T00:00:00Z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2026-04-21T00:00:00Z</vt:filetime>
  </property>
  <property fmtid="{D5CDD505-2E9C-101B-9397-08002B2CF9AE}" pid="6" name="Producer">
    <vt:lpwstr>Microsoft® PowerPoint® 2021</vt:lpwstr>
  </property>
</Properties>
</file>